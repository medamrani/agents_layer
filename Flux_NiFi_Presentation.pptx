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4572000" cy="4572000"/>
          </a:xfrm>
          <a:prstGeom prst="ellipse">
            <a:avLst/>
          </a:prstGeom>
          <a:solidFill>
            <a:srgbClr val="028090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389120"/>
            <a:ext cx="3657600" cy="3657600"/>
          </a:xfrm>
          <a:prstGeom prst="ellipse">
            <a:avLst/>
          </a:prstGeom>
          <a:solidFill>
            <a:srgbClr val="00A896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82296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3389" y="1053389"/>
            <a:ext cx="362102" cy="3621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651760"/>
            <a:ext cx="10241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Flux NiFi comme intermediaire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22960" y="370332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Decoupler les clients de l'API grace a un reverse proxy / API Gateway construit sous NiFi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22960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technique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55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probleme avant la mise en place du flux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577840" cy="4572000"/>
          </a:xfrm>
          <a:prstGeom prst="roundRect">
            <a:avLst>
              <a:gd name="adj" fmla="val 1600"/>
            </a:avLst>
          </a:prstGeom>
          <a:solidFill>
            <a:srgbClr val="F4F7F8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828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: appels directs a l'API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331720"/>
            <a:ext cx="4892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455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client appelle l'API en dur, avec son URL exacte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455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couche d'abstraction entre les consommateurs et le service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455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moindre changement (URL, port, migration, fournisseur) casse tous les clients</a:t>
            </a:r>
            <a:endParaRPr lang="en-US" sz="13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50" dirty="0">
                <a:solidFill>
                  <a:srgbClr val="455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evolution = reconfigurer et redeployer chez tous les clients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92240" y="16002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55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avant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583680" y="2103120"/>
            <a:ext cx="1828800" cy="685800"/>
          </a:xfrm>
          <a:prstGeom prst="roundRect">
            <a:avLst>
              <a:gd name="adj" fmla="val 8000"/>
            </a:avLst>
          </a:prstGeom>
          <a:solidFill>
            <a:srgbClr val="0B254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2258568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132320" y="210312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458200" y="2441448"/>
            <a:ext cx="1417320" cy="0"/>
          </a:xfrm>
          <a:prstGeom prst="line">
            <a:avLst/>
          </a:prstGeom>
          <a:noFill/>
          <a:ln w="19050">
            <a:solidFill>
              <a:srgbClr val="45535E"/>
            </a:solidFill>
            <a:prstDash val="dash"/>
          </a:ln>
        </p:spPr>
      </p:sp>
      <p:sp>
        <p:nvSpPr>
          <p:cNvPr id="12" name="Shape 9"/>
          <p:cNvSpPr/>
          <p:nvPr/>
        </p:nvSpPr>
        <p:spPr>
          <a:xfrm>
            <a:off x="6583680" y="3063240"/>
            <a:ext cx="1828800" cy="685800"/>
          </a:xfrm>
          <a:prstGeom prst="roundRect">
            <a:avLst>
              <a:gd name="adj" fmla="val 8000"/>
            </a:avLst>
          </a:prstGeom>
          <a:solidFill>
            <a:srgbClr val="0B2545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218688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32320" y="306324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458200" y="3401568"/>
            <a:ext cx="1417320" cy="0"/>
          </a:xfrm>
          <a:prstGeom prst="line">
            <a:avLst/>
          </a:prstGeom>
          <a:noFill/>
          <a:ln w="19050">
            <a:solidFill>
              <a:srgbClr val="45535E"/>
            </a:solidFill>
            <a:prstDash val="dash"/>
          </a:ln>
        </p:spPr>
      </p:sp>
      <p:sp>
        <p:nvSpPr>
          <p:cNvPr id="16" name="Shape 12"/>
          <p:cNvSpPr/>
          <p:nvPr/>
        </p:nvSpPr>
        <p:spPr>
          <a:xfrm>
            <a:off x="6583680" y="4023360"/>
            <a:ext cx="1828800" cy="685800"/>
          </a:xfrm>
          <a:prstGeom prst="roundRect">
            <a:avLst>
              <a:gd name="adj" fmla="val 8000"/>
            </a:avLst>
          </a:prstGeom>
          <a:solidFill>
            <a:srgbClr val="0B2545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4178808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132320" y="402336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8458200" y="4361688"/>
            <a:ext cx="1417320" cy="0"/>
          </a:xfrm>
          <a:prstGeom prst="line">
            <a:avLst/>
          </a:prstGeom>
          <a:noFill/>
          <a:ln w="19050">
            <a:solidFill>
              <a:srgbClr val="45535E"/>
            </a:solidFill>
            <a:prstDash val="dash"/>
          </a:ln>
        </p:spPr>
      </p:sp>
      <p:sp>
        <p:nvSpPr>
          <p:cNvPr id="20" name="Shape 15"/>
          <p:cNvSpPr/>
          <p:nvPr/>
        </p:nvSpPr>
        <p:spPr>
          <a:xfrm>
            <a:off x="9921240" y="2697480"/>
            <a:ext cx="1737360" cy="1463040"/>
          </a:xfrm>
          <a:prstGeom prst="roundRect">
            <a:avLst>
              <a:gd name="adj" fmla="val 3750"/>
            </a:avLst>
          </a:prstGeom>
          <a:solidFill>
            <a:srgbClr val="02809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2880360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921240" y="33375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6492240" y="489204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Couplage fort : 3 clients = 3 points a modifier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Objectif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le flux NiFi doit apporter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20440" cy="4206240"/>
          </a:xfrm>
          <a:prstGeom prst="roundRect">
            <a:avLst>
              <a:gd name="adj" fmla="val 2597"/>
            </a:avLst>
          </a:prstGeom>
          <a:solidFill>
            <a:srgbClr val="10315A"/>
          </a:solidFill>
          <a:ln/>
        </p:spPr>
      </p:sp>
      <p:sp>
        <p:nvSpPr>
          <p:cNvPr id="5" name="Shape 3"/>
          <p:cNvSpPr/>
          <p:nvPr/>
        </p:nvSpPr>
        <p:spPr>
          <a:xfrm>
            <a:off x="1897380" y="237744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7809" y="2607869"/>
            <a:ext cx="362102" cy="3621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42900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d'entree unique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411480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clients ciblent toujours la meme adresse NiFi, quoi qu'il arrive derriere.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89120" y="1965960"/>
            <a:ext cx="3520440" cy="4206240"/>
          </a:xfrm>
          <a:prstGeom prst="roundRect">
            <a:avLst>
              <a:gd name="adj" fmla="val 2597"/>
            </a:avLst>
          </a:prstGeom>
          <a:solidFill>
            <a:srgbClr val="10315A"/>
          </a:solidFill>
          <a:ln/>
        </p:spPr>
      </p:sp>
      <p:sp>
        <p:nvSpPr>
          <p:cNvPr id="10" name="Shape 7"/>
          <p:cNvSpPr/>
          <p:nvPr/>
        </p:nvSpPr>
        <p:spPr>
          <a:xfrm>
            <a:off x="5737860" y="237744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8289" y="2607869"/>
            <a:ext cx="362102" cy="3621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17720" y="342900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Changements transparents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709160" y="411480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Migration, changement de fournisseur ou d'URL API : aucun impact cote client.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229600" y="1965960"/>
            <a:ext cx="3520440" cy="4206240"/>
          </a:xfrm>
          <a:prstGeom prst="roundRect">
            <a:avLst>
              <a:gd name="adj" fmla="val 2597"/>
            </a:avLst>
          </a:prstGeom>
          <a:solidFill>
            <a:srgbClr val="10315A"/>
          </a:solidFill>
          <a:ln/>
        </p:spPr>
      </p:sp>
      <p:sp>
        <p:nvSpPr>
          <p:cNvPr id="15" name="Shape 11"/>
          <p:cNvSpPr/>
          <p:nvPr/>
        </p:nvSpPr>
        <p:spPr>
          <a:xfrm>
            <a:off x="9578340" y="237744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8769" y="2607869"/>
            <a:ext cx="362102" cy="3621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58200" y="342900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centralise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549640" y="411480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seul endroit pour ajuster routage, logs, securite et transformations.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solution : un pattern connu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55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Proxy / API Gateway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2194560"/>
            <a:ext cx="1005840" cy="100584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478" y="2456078"/>
            <a:ext cx="482803" cy="4828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32461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55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1965960" y="2697480"/>
            <a:ext cx="146304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520440" y="2057400"/>
            <a:ext cx="2103120" cy="1280160"/>
          </a:xfrm>
          <a:prstGeom prst="roundRect">
            <a:avLst>
              <a:gd name="adj" fmla="val 7143"/>
            </a:avLst>
          </a:prstGeom>
          <a:solidFill>
            <a:srgbClr val="02809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2286000"/>
            <a:ext cx="731520" cy="7315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520440" y="34290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55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NiFi (proxy)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715000" y="2697480"/>
            <a:ext cx="146304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315200" y="2194560"/>
            <a:ext cx="1005840" cy="100584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6718" y="2456078"/>
            <a:ext cx="482803" cy="48280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995160" y="32461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55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reelle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8778240" y="20574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cle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8778240" y="242316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55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client ne connait que NiFi. La cible reelle peut changer sans impact.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548640" y="429768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4F7F8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8" name="Text 13"/>
          <p:cNvSpPr/>
          <p:nvPr/>
        </p:nvSpPr>
        <p:spPr>
          <a:xfrm>
            <a:off x="777240" y="44805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Proxy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777240" y="489204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55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Terme reseau/archi general : un intermediaire recoit les requetes a la place du service reel.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4389120" y="429768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4F7F8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>
            <a:off x="4617720" y="44805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1450" dirty="0"/>
          </a:p>
        </p:txBody>
      </p:sp>
      <p:sp>
        <p:nvSpPr>
          <p:cNvPr id="22" name="Text 17"/>
          <p:cNvSpPr/>
          <p:nvPr/>
        </p:nvSpPr>
        <p:spPr>
          <a:xfrm>
            <a:off x="4617720" y="489204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55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Terme du monde API/microservices : proxy + routage, securite, transformation centralisee.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8229600" y="429768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4F7F8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4" name="Text 19"/>
          <p:cNvSpPr/>
          <p:nvPr/>
        </p:nvSpPr>
        <p:spPr>
          <a:xfrm>
            <a:off x="8458200" y="44805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Facade</a:t>
            </a:r>
            <a:endParaRPr lang="en-US" sz="1450" dirty="0"/>
          </a:p>
        </p:txBody>
      </p:sp>
      <p:sp>
        <p:nvSpPr>
          <p:cNvPr id="25" name="Text 20"/>
          <p:cNvSpPr/>
          <p:nvPr/>
        </p:nvSpPr>
        <p:spPr>
          <a:xfrm>
            <a:off x="8458200" y="489204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55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stable et simplifiee qui masque la complexite ou les changements derriere elle.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du flux NiFi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55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3 processeurs cles du pipeline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3200400" cy="3200400"/>
          </a:xfrm>
          <a:prstGeom prst="roundRect">
            <a:avLst>
              <a:gd name="adj" fmla="val 2857"/>
            </a:avLst>
          </a:prstGeom>
          <a:solidFill>
            <a:srgbClr val="F4F7F8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74520" y="228600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0260" y="249174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383280" y="2057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68680" y="33375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HandleHttpRequest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68680" y="37216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55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ListenHTTP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60120" y="406908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55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Recoit les appels des clients comme si NiFi etait l'API elle-meme.</a:t>
            </a:r>
            <a:endParaRPr lang="en-US" sz="11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0792" y="3383280"/>
            <a:ext cx="914400" cy="9144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959352" y="3566160"/>
            <a:ext cx="640080" cy="0"/>
          </a:xfrm>
          <a:prstGeom prst="line">
            <a:avLst/>
          </a:prstGeom>
          <a:noFill/>
          <a:ln w="31750">
            <a:solidFill>
              <a:srgbClr val="02809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663440" y="1965960"/>
            <a:ext cx="3200400" cy="3200400"/>
          </a:xfrm>
          <a:prstGeom prst="roundRect">
            <a:avLst>
              <a:gd name="adj" fmla="val 2857"/>
            </a:avLst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852160" y="228600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7900" y="2491740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360920" y="2057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4846320" y="33375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InvokeHTTP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4937760" y="384048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0F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Relaie la requete vers la vraie API backend. Seul endroit a modifier en cas de changement.</a:t>
            </a:r>
            <a:endParaRPr lang="en-US" sz="115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8432" y="3383280"/>
            <a:ext cx="914400" cy="91440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7936992" y="3566160"/>
            <a:ext cx="640080" cy="0"/>
          </a:xfrm>
          <a:prstGeom prst="line">
            <a:avLst/>
          </a:prstGeom>
          <a:noFill/>
          <a:ln w="31750">
            <a:solidFill>
              <a:srgbClr val="028090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8641080" y="1965960"/>
            <a:ext cx="3200400" cy="3200400"/>
          </a:xfrm>
          <a:prstGeom prst="roundRect">
            <a:avLst>
              <a:gd name="adj" fmla="val 2857"/>
            </a:avLst>
          </a:prstGeom>
          <a:solidFill>
            <a:srgbClr val="F4F7F8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9829800" y="228600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35540" y="2491740"/>
            <a:ext cx="411480" cy="41148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1338560" y="2057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8823960" y="33375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HandleHttpResponse</a:t>
            </a:r>
            <a:endParaRPr lang="en-US" sz="1500" dirty="0"/>
          </a:p>
        </p:txBody>
      </p:sp>
      <p:sp>
        <p:nvSpPr>
          <p:cNvPr id="26" name="Text 19"/>
          <p:cNvSpPr/>
          <p:nvPr/>
        </p:nvSpPr>
        <p:spPr>
          <a:xfrm>
            <a:off x="8915400" y="384048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55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Renvoie la reponse de l'API au client d'origine.</a:t>
            </a:r>
            <a:endParaRPr lang="en-US" sz="1150" dirty="0"/>
          </a:p>
        </p:txBody>
      </p:sp>
      <p:sp>
        <p:nvSpPr>
          <p:cNvPr id="27" name="Text 20"/>
          <p:cNvSpPr/>
          <p:nvPr/>
        </p:nvSpPr>
        <p:spPr>
          <a:xfrm>
            <a:off x="548640" y="5486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455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HTTP  --&gt;  NiFi (proxy)  --&gt;  API backend  --&gt;  reponse relayee au client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Benefices concrets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55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le decouplage apporte au quotidien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46888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" y="266090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05740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Changement backend transparent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691640" y="2487168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55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seule modification dans NiFi (InvokeHTTP) suffit ; zero impact sur les clients existants.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63640" y="182880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7960" y="246888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9984" y="2660904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06640" y="205740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Securite centralisee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7406640" y="2487168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55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et controle d'acces geres a un seul endroit, plutot que duplique chez chaque client.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411480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475488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4946904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34340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et supervision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1691640" y="4773168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55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appels transitent par NiFi : traçabilite et monitoring facilites.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63640" y="411480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37960" y="475488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9984" y="4946904"/>
            <a:ext cx="301752" cy="30175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06640" y="434340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progressive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406640" y="4773168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55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Bascule graduelle vers une nouvelle API ou un nouveau fournisseur, sans coupure brutale.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 et points de vigilance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Etre transparent sur les contreparties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10315A"/>
          </a:solidFill>
          <a:ln/>
        </p:spPr>
      </p:sp>
      <p:sp>
        <p:nvSpPr>
          <p:cNvPr id="5" name="Shape 3"/>
          <p:cNvSpPr/>
          <p:nvPr/>
        </p:nvSpPr>
        <p:spPr>
          <a:xfrm>
            <a:off x="1920240" y="2468880"/>
            <a:ext cx="777240" cy="777240"/>
          </a:xfrm>
          <a:prstGeom prst="ellipse">
            <a:avLst/>
          </a:prstGeom>
          <a:solidFill>
            <a:srgbClr val="B23A4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7867" y="2686507"/>
            <a:ext cx="341986" cy="3419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47472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unique de defaillance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411480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NiFi tombe, tous les clients sont impactes simultanement. Necessite haute disponibilite / clustering.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89120" y="210312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10315A"/>
          </a:solidFill>
          <a:ln/>
        </p:spPr>
      </p:sp>
      <p:sp>
        <p:nvSpPr>
          <p:cNvPr id="10" name="Shape 7"/>
          <p:cNvSpPr/>
          <p:nvPr/>
        </p:nvSpPr>
        <p:spPr>
          <a:xfrm>
            <a:off x="5760720" y="2468880"/>
            <a:ext cx="777240" cy="777240"/>
          </a:xfrm>
          <a:prstGeom prst="ellipse">
            <a:avLst/>
          </a:prstGeom>
          <a:solidFill>
            <a:srgbClr val="B23A4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8347" y="2686507"/>
            <a:ext cx="341986" cy="34198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17720" y="347472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Latence additionnelle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663440" y="411480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appel passe par un saut reseau supplementaire avant d'atteindre l'API reelle.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229600" y="210312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10315A"/>
          </a:solidFill>
          <a:ln/>
        </p:spPr>
      </p:sp>
      <p:sp>
        <p:nvSpPr>
          <p:cNvPr id="15" name="Shape 11"/>
          <p:cNvSpPr/>
          <p:nvPr/>
        </p:nvSpPr>
        <p:spPr>
          <a:xfrm>
            <a:off x="9601200" y="2468880"/>
            <a:ext cx="777240" cy="777240"/>
          </a:xfrm>
          <a:prstGeom prst="ellipse">
            <a:avLst/>
          </a:prstGeom>
          <a:solidFill>
            <a:srgbClr val="B23A4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8827" y="2686507"/>
            <a:ext cx="341986" cy="34198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58200" y="347472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dedie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503920" y="411480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proxy devient critique : il faut le superviser au meme titre que l'API elle-meme.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evoques honnetement pour montrer la maitrise complete du sujet.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188720"/>
            <a:ext cx="4114800" cy="4114800"/>
          </a:xfrm>
          <a:prstGeom prst="ellipse">
            <a:avLst/>
          </a:prstGeom>
          <a:solidFill>
            <a:srgbClr val="028090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13716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673352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6307" y="1890979"/>
            <a:ext cx="341986" cy="3419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1508760"/>
            <a:ext cx="9509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flux NiFi joue le role d'un reverse proxy / API Gateway : un point d'entree stable qui decouple totalement les clients de l'implementation reelle de l'API.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30632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Prochaines etapes possibles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22960" y="3566160"/>
            <a:ext cx="7772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55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balancing entre plusieurs instances d'API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55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cache des reponses frequentes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55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d'erreurs et retry plus fine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55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NiFi pour la haute disponibilite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9144000" y="3566160"/>
            <a:ext cx="2011680" cy="201168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7504" y="4169664"/>
            <a:ext cx="804672" cy="8046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Flux NiFi - Intermediaire API</dc:title>
  <dc:subject>PptxGenJS Presentation</dc:subject>
  <dc:creator>Presentation NiFi</dc:creator>
  <cp:lastModifiedBy>Presentation NiFi</cp:lastModifiedBy>
  <cp:revision>1</cp:revision>
  <dcterms:created xsi:type="dcterms:W3CDTF">2026-07-03T11:20:59Z</dcterms:created>
  <dcterms:modified xsi:type="dcterms:W3CDTF">2026-07-03T11:20:59Z</dcterms:modified>
</cp:coreProperties>
</file>