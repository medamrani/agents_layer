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F3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40480"/>
            <a:ext cx="3291840" cy="130302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57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457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Apicurio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Apache NiFi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0312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8288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Multi-Format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8288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XML · JSON · AVRO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566160" y="640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Validation multi-format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356616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CAF9"/>
                </a:solidFill>
              </a:rPr>
              <a:t>avec Apache NiFi &amp; Apicurio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3566160" y="2057400"/>
            <a:ext cx="51206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Shape 11"/>
          <p:cNvSpPr/>
          <p:nvPr/>
        </p:nvSpPr>
        <p:spPr>
          <a:xfrm>
            <a:off x="3657600" y="2286000"/>
            <a:ext cx="146304" cy="146304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2"/>
          <p:cNvSpPr/>
          <p:nvPr/>
        </p:nvSpPr>
        <p:spPr>
          <a:xfrm>
            <a:off x="3913632" y="2231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</a:rPr>
              <a:t>Comment fonctionne ApicurioSchemaRegistry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657600" y="2788920"/>
            <a:ext cx="146304" cy="146304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9" name="Text 14"/>
          <p:cNvSpPr/>
          <p:nvPr/>
        </p:nvSpPr>
        <p:spPr>
          <a:xfrm>
            <a:off x="3913632" y="2734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</a:rPr>
              <a:t>Pourquoi XSD ne passe pas par le controller service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657600" y="3291840"/>
            <a:ext cx="146304" cy="146304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1" name="Text 16"/>
          <p:cNvSpPr/>
          <p:nvPr/>
        </p:nvSpPr>
        <p:spPr>
          <a:xfrm>
            <a:off x="3913632" y="32369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</a:rPr>
              <a:t>Solution A — ValidateXml + DistributedMapCache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0" y="3794760"/>
            <a:ext cx="146304" cy="146304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3" name="Text 18"/>
          <p:cNvSpPr/>
          <p:nvPr/>
        </p:nvSpPr>
        <p:spPr>
          <a:xfrm>
            <a:off x="3913632" y="3739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</a:rPr>
              <a:t>Solution B — ExecuteScript, validation 100% mémoire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566160" y="4754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NiFi × Apicurio — Architecture Data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APICURIO SCHEMA REGISTRY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</a:rPr>
              <a:t>Comment fonctionne ApicurioSchemaRegistry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Modèle de stockage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3840480" cy="329184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3619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38328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93852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40864"/>
            <a:ext cx="2926080" cy="32918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40864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Artifact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743200"/>
            <a:ext cx="2468880" cy="32918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274320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Types d'artefacts supportés 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77824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520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61872" y="3520440"/>
            <a:ext cx="877824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1261872" y="3520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49424" y="3520440"/>
            <a:ext cx="877824" cy="2743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2249424" y="3520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XSD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6976" y="3520440"/>
            <a:ext cx="877824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3236976" y="3520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PROTOBUF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1188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API REST v2 — accès aux schémas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1554480"/>
            <a:ext cx="4389120" cy="5486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1554480"/>
            <a:ext cx="59436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1554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7488" y="1591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/groups/{g}/artifacts/{id}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4748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Schéma (latest)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2212848"/>
            <a:ext cx="4389120" cy="5486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2212848"/>
            <a:ext cx="59436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22128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47488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/groups/{g}/artifacts/{id}/versions/{v}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47488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Version précise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2871216"/>
            <a:ext cx="4389120" cy="5486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0" y="2871216"/>
            <a:ext cx="594360" cy="548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28712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47488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/ids/globalIds/{id}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47488" y="3145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Par Global ID (Avro)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3529584"/>
            <a:ext cx="4389120" cy="5486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9120" y="3529584"/>
            <a:ext cx="59436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352958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47488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/groups/{g}/artifacts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47488" y="38039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Publier un schéma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526280"/>
            <a:ext cx="8686800" cy="4389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Shape 44"/>
          <p:cNvSpPr/>
          <p:nvPr/>
        </p:nvSpPr>
        <p:spPr>
          <a:xfrm>
            <a:off x="228600" y="4526280"/>
            <a:ext cx="54864" cy="43891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626864"/>
            <a:ext cx="237744" cy="237744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58368" y="45537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Apicurio stocke le contenu brut de chaque schéma, quelle que soit sa nature. Il ne le parse pas — il le restitue tel quel via REST.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LIMITATION NIFI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F3C"/>
                </a:solidFill>
              </a:rPr>
              <a:t>Pourquoi XSD ne passe pas par le controller service 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2860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Interface SchemaRegistry (NiFi)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3931920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508760"/>
            <a:ext cx="548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087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Retourne : RecordSchema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947672"/>
            <a:ext cx="3931920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947672"/>
            <a:ext cx="548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476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Basé sur : Avro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386584"/>
            <a:ext cx="3931920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2386584"/>
            <a:ext cx="54864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865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Utilisé par : ValidateRecord, ConvertRecord…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2834640"/>
            <a:ext cx="164592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ApicurioSchemaRegistry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3163824"/>
            <a:ext cx="457200" cy="18288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182112"/>
            <a:ext cx="0" cy="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1371600" y="3246120"/>
            <a:ext cx="210312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246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parse → RecordSchema (Avro)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ValidateXml processor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4114800" cy="34747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508760"/>
            <a:ext cx="54864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5087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Attend : chemin fichier XSD ou contenu brut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947672"/>
            <a:ext cx="4114800" cy="34747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1947672"/>
            <a:ext cx="54864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9476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Utilise : javax.xml.validation.Schema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386584"/>
            <a:ext cx="4114800" cy="34747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2386584"/>
            <a:ext cx="54864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3865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5"/>
                </a:solidFill>
              </a:rPr>
              <a:t>Ne connaît pas l'interface SchemaRegistry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2944368"/>
            <a:ext cx="8686800" cy="987552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2944368"/>
            <a:ext cx="54864" cy="9875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2990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</a:rPr>
              <a:t>La rupture d'interface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3310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4037"/>
                </a:solidFill>
              </a:rPr>
              <a:t>Ce que ValidateXml attend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33101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→ Texte brut XSD  (String / InputStream)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5112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4037"/>
                </a:solidFill>
              </a:rPr>
              <a:t>Ce que SchemaRegistry retourne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43400" y="35112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→ Objet RecordSchema (Avro-based)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3712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4037"/>
                </a:solidFill>
              </a:rPr>
              <a:t>Parser utilisé par ValidateXml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43400" y="37124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→ javax.xml.validation — incompatible Avro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160520"/>
            <a:ext cx="8686800" cy="74980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" y="4160520"/>
            <a:ext cx="54864" cy="749808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297680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49808" y="418795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Conclusion : il n'existe pas de XmlSchemaRegistry dans NiFi car le Record API a été conçu autour du modèle Avro. XSD est un modèle hiérarchique avec attributs, namespaces et héritage de types — il ne se mappe pas proprement vers un RecordSchema sans perte d'information.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</a:rPr>
              <a:t>ValidateXml + DistributedMapCache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0607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Cache en mémoire NiFi · Zéro filesystem partagé · Cluster-safe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Flow de rafraîchissement (schedulé)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2212848"/>
            <a:ext cx="2468880" cy="658368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12848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58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GenerateFlowFile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32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cron */10 * * * *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15768" y="2505456"/>
            <a:ext cx="237744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71800" y="1737360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71800" y="2212848"/>
            <a:ext cx="2468880" cy="658368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71800" y="2212848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2258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InvokeHTTP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532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GET Apicurio XSD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58968" y="2505456"/>
            <a:ext cx="237744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0" y="1737360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2212848"/>
            <a:ext cx="2468880" cy="658368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15000" y="2212848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258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PutDistributedMapCache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532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key: xsd.{schema.name}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30175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Flow principal (temps réel — branche XML)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37560"/>
            <a:ext cx="384048" cy="384048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30" name="Text 28"/>
          <p:cNvSpPr/>
          <p:nvPr/>
        </p:nvSpPr>
        <p:spPr>
          <a:xfrm>
            <a:off x="16459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64592" y="3803904"/>
            <a:ext cx="2011680" cy="6583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4592" y="3803904"/>
            <a:ext cx="54864" cy="658368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38404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</a:rPr>
              <a:t>FlowFile XML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41148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attr: schema.name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0" y="4096512"/>
            <a:ext cx="164592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3337560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377440" y="3803904"/>
            <a:ext cx="2011680" cy="6583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377440" y="3803904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0" name="Text 38"/>
          <p:cNvSpPr/>
          <p:nvPr/>
        </p:nvSpPr>
        <p:spPr>
          <a:xfrm>
            <a:off x="2505456" y="38404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</a:rPr>
              <a:t>FetchDistributedMapCache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05456" y="41148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attr xsd.content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07408" y="4096512"/>
            <a:ext cx="164592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43" name="Shape 41"/>
          <p:cNvSpPr/>
          <p:nvPr/>
        </p:nvSpPr>
        <p:spPr>
          <a:xfrm>
            <a:off x="4590288" y="3337560"/>
            <a:ext cx="384048" cy="384048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44" name="Text 42"/>
          <p:cNvSpPr/>
          <p:nvPr/>
        </p:nvSpPr>
        <p:spPr>
          <a:xfrm>
            <a:off x="459028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90288" y="3803904"/>
            <a:ext cx="2011680" cy="6583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90288" y="3803904"/>
            <a:ext cx="54864" cy="65836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7" name="Text 45"/>
          <p:cNvSpPr/>
          <p:nvPr/>
        </p:nvSpPr>
        <p:spPr>
          <a:xfrm>
            <a:off x="4718304" y="38404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</a:rPr>
              <a:t>PutFile (lazy)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18304" y="41148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/tmp (si inexistant)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20256" y="4096512"/>
            <a:ext cx="164592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50" name="Shape 48"/>
          <p:cNvSpPr/>
          <p:nvPr/>
        </p:nvSpPr>
        <p:spPr>
          <a:xfrm>
            <a:off x="6803136" y="333756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1" name="Text 49"/>
          <p:cNvSpPr/>
          <p:nvPr/>
        </p:nvSpPr>
        <p:spPr>
          <a:xfrm>
            <a:off x="680313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803136" y="3803904"/>
            <a:ext cx="2011680" cy="6583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03136" y="3803904"/>
            <a:ext cx="54864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Text 52"/>
          <p:cNvSpPr/>
          <p:nvPr/>
        </p:nvSpPr>
        <p:spPr>
          <a:xfrm>
            <a:off x="6931152" y="38404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</a:rPr>
              <a:t>ValidateXml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31152" y="41148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${schema.name}.xsd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4590288"/>
            <a:ext cx="4206240" cy="384048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663440"/>
            <a:ext cx="201168" cy="20116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603504" y="4608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ValidateXml → validation XSD stricte (javax.xml). Simple à opérer.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663440" y="4590288"/>
            <a:ext cx="4251960" cy="384048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4663440"/>
            <a:ext cx="201168" cy="201168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5029200" y="4608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Nécessite un PutFile minimal par node au premier appel — non 100% in-memory.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 B — RECOMMANDÉE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F3C"/>
                </a:solidFill>
              </a:rPr>
              <a:t>ExecuteScript Groovy — Validation 100% en mémoire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28600" y="1060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Zéro filesystem · Cluster NiFi natif · Validation javax.xml stricte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389888"/>
            <a:ext cx="384048" cy="384048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865376"/>
            <a:ext cx="1993392" cy="62179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1865376"/>
            <a:ext cx="54864" cy="62179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" y="19110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UpdateAttribute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" y="21762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schema.name = commande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214884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95728" y="1389888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239572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95728" y="1865376"/>
            <a:ext cx="1993392" cy="62179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2395728" y="1865376"/>
            <a:ext cx="54864" cy="6217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19110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FetchDistributedMapCache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14600" y="21762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→ attr xsd.content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07408" y="214884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8576" y="1389888"/>
            <a:ext cx="384048" cy="38404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08576" y="1865376"/>
            <a:ext cx="1993392" cy="62179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08576" y="1865376"/>
            <a:ext cx="54864" cy="62179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19110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ExecuteScript (Groovy)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21762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javax.xml en mémoire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0256" y="214884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21424" y="138988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6821424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21424" y="1865376"/>
            <a:ext cx="1993392" cy="62179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821424" y="1865376"/>
            <a:ext cx="54864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940296" y="19110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success / failure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0296" y="21762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attr validation.error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651760"/>
            <a:ext cx="8686800" cy="179222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" y="2651760"/>
            <a:ext cx="8686800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ExecuteScript.groovy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297180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javax.xml.XMLConstants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313182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javax.xml.transform.stream.StreamSource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329184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javax.xml.validation.SchemaFactory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361188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flowFile = session.get(); if (!flowFile) return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377190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xsdContent = flowFile.getAttribute('xsd.content')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393192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factory = SchemaFactory.newInstance(XMLConstants.W3C_XML_SCHEMA_NS_URI)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409194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schema = factory.newSchema(new StreamSource(new StringReader(xsdContent)))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1480" y="425196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session.read(flowFile) { is -&gt; schema.newValidator().validate(new StreamSource(is)) }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28600" y="45902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Avantages</a:t>
            </a:r>
            <a:endParaRPr lang="en-US" sz="11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4864608"/>
            <a:ext cx="164592" cy="164592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475488" y="4864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Zéro écriture disque — 100% in-memory</a:t>
            </a:r>
            <a:endParaRPr lang="en-US" sz="100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5084064"/>
            <a:ext cx="164592" cy="164592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475488" y="5084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Validation stricte javax.xml (même niveau que ValidateXml)</a:t>
            </a:r>
            <a:endParaRPr lang="en-US" sz="10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303520"/>
            <a:ext cx="164592" cy="164592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475488" y="5303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Fonctionne identiquement sur tous les nodes du cluster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4663440" y="459028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Point d'attention</a:t>
            </a:r>
            <a:endParaRPr lang="en-US" sz="110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4864608"/>
            <a:ext cx="164592" cy="164592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4901184" y="4864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Déclarer les relations success/failure dans ExecuteScript</a:t>
            </a:r>
            <a:endParaRPr lang="en-US" sz="10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5084064"/>
            <a:ext cx="164592" cy="164592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4901184" y="50840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Nécessite la permission Groovy dans nifi.properties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COMPARAISON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</a:rPr>
              <a:t>Solution A vs Solution B — Tableau de décision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560320" cy="38404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143000"/>
            <a:ext cx="288036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 A — ValidateXml + Cache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43000"/>
            <a:ext cx="288036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 B — ExecuteScript Groovy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572768"/>
            <a:ext cx="25603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572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Filesystem requis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572768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57276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Oui (PutFile lazy/1 fois par node)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1572768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157276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Non — 100% in-memory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1993392"/>
            <a:ext cx="256032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9933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Cluster NiFi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1993392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19933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Sync fichiers à prévoir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084832"/>
            <a:ext cx="219456" cy="21945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60720" y="1993392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19933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Natif — aucune config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2084832"/>
            <a:ext cx="219456" cy="21945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228600" y="2414016"/>
            <a:ext cx="25603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3"/>
          <p:cNvSpPr/>
          <p:nvPr/>
        </p:nvSpPr>
        <p:spPr>
          <a:xfrm>
            <a:off x="320040" y="24140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Rigueur validation XSD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880360" y="2414016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5"/>
          <p:cNvSpPr/>
          <p:nvPr/>
        </p:nvSpPr>
        <p:spPr>
          <a:xfrm>
            <a:off x="2971800" y="24140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Stricte (javax.xml)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760720" y="2414016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7"/>
          <p:cNvSpPr/>
          <p:nvPr/>
        </p:nvSpPr>
        <p:spPr>
          <a:xfrm>
            <a:off x="5852160" y="24140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Stricte (javax.xml)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228600" y="2834640"/>
            <a:ext cx="256032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3" name="Text 29"/>
          <p:cNvSpPr/>
          <p:nvPr/>
        </p:nvSpPr>
        <p:spPr>
          <a:xfrm>
            <a:off x="320040" y="2834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Complexité opérationnelle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880360" y="2834640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5" name="Text 31"/>
          <p:cNvSpPr/>
          <p:nvPr/>
        </p:nvSpPr>
        <p:spPr>
          <a:xfrm>
            <a:off x="2971800" y="28346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Faible — processor natif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760720" y="2834640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7" name="Text 33"/>
          <p:cNvSpPr/>
          <p:nvPr/>
        </p:nvSpPr>
        <p:spPr>
          <a:xfrm>
            <a:off x="5852160" y="28346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Moyenne — script Groovy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228600" y="3255264"/>
            <a:ext cx="25603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5"/>
          <p:cNvSpPr/>
          <p:nvPr/>
        </p:nvSpPr>
        <p:spPr>
          <a:xfrm>
            <a:off x="320040" y="32552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2880360" y="3255264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7"/>
          <p:cNvSpPr/>
          <p:nvPr/>
        </p:nvSpPr>
        <p:spPr>
          <a:xfrm>
            <a:off x="2971800" y="325526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Bonne (cache + file read)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5760720" y="3255264"/>
            <a:ext cx="288036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Text 39"/>
          <p:cNvSpPr/>
          <p:nvPr/>
        </p:nvSpPr>
        <p:spPr>
          <a:xfrm>
            <a:off x="5852160" y="325526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Excellente (mémoire seule)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228600" y="3675888"/>
            <a:ext cx="256032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5" name="Text 41"/>
          <p:cNvSpPr/>
          <p:nvPr/>
        </p:nvSpPr>
        <p:spPr>
          <a:xfrm>
            <a:off x="320040" y="36758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2880360" y="3675888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7" name="Text 43"/>
          <p:cNvSpPr/>
          <p:nvPr/>
        </p:nvSpPr>
        <p:spPr>
          <a:xfrm>
            <a:off x="2971800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Simple — pas de code custom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5760720" y="3675888"/>
            <a:ext cx="288036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9" name="Text 45"/>
          <p:cNvSpPr/>
          <p:nvPr/>
        </p:nvSpPr>
        <p:spPr>
          <a:xfrm>
            <a:off x="5852160" y="3675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</a:rPr>
              <a:t>Code Groovy à maintenir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228600" y="4096512"/>
            <a:ext cx="2560320" cy="402336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1" name="Text 47"/>
          <p:cNvSpPr/>
          <p:nvPr/>
        </p:nvSpPr>
        <p:spPr>
          <a:xfrm>
            <a:off x="320040" y="40965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Recommandation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2880360" y="4096512"/>
            <a:ext cx="2880360" cy="402336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3" name="Text 49"/>
          <p:cNvSpPr/>
          <p:nvPr/>
        </p:nvSpPr>
        <p:spPr>
          <a:xfrm>
            <a:off x="2971800" y="40965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Environnements simples / 1 node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5760720" y="4096512"/>
            <a:ext cx="2880360" cy="402336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55" name="Text 51"/>
          <p:cNvSpPr/>
          <p:nvPr/>
        </p:nvSpPr>
        <p:spPr>
          <a:xfrm>
            <a:off x="5852160" y="40965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Production / cluster NiFi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57" name="Shape 53"/>
          <p:cNvSpPr/>
          <p:nvPr/>
        </p:nvSpPr>
        <p:spPr>
          <a:xfrm>
            <a:off x="228600" y="4663440"/>
            <a:ext cx="54864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8" name="Text 54"/>
          <p:cNvSpPr/>
          <p:nvPr/>
        </p:nvSpPr>
        <p:spPr>
          <a:xfrm>
            <a:off x="384048" y="4690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Recommandation BNP / cluster : Solution B (ExecuteScript Groovy) — zéro filesystem, identique sur tous les nodes, même rigueur de validation.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 COMPLÈTE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</a:rPr>
              <a:t>Pipeline NiFi — Validation XML · JSON · Avro via Apicurio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1115568"/>
            <a:ext cx="2743200" cy="402336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115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Entrée (Kafka / HTTP / File)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517904"/>
            <a:ext cx="73152" cy="2743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1792224"/>
            <a:ext cx="32918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792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IdentifyMimeType + RouteOnAttribute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17904" y="2249424"/>
            <a:ext cx="73152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523744"/>
            <a:ext cx="109728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17904" y="2798064"/>
            <a:ext cx="7315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026664"/>
            <a:ext cx="2560320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26664"/>
            <a:ext cx="2560320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ExecuteScript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javax.xml en mémoire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17904" y="3685032"/>
            <a:ext cx="73152" cy="228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35424" y="2249424"/>
            <a:ext cx="73152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0" y="2523744"/>
            <a:ext cx="109728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35424" y="2798064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026664"/>
            <a:ext cx="2560320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26664"/>
            <a:ext cx="256032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ValidateRecord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JsonSchemaReader + Apicurio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35424" y="3685032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Shape 27"/>
          <p:cNvSpPr/>
          <p:nvPr/>
        </p:nvSpPr>
        <p:spPr>
          <a:xfrm>
            <a:off x="7552944" y="2249424"/>
            <a:ext cx="73152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0" y="2523744"/>
            <a:ext cx="1097280" cy="274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AVRO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2944" y="2798064"/>
            <a:ext cx="73152" cy="228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3026664"/>
            <a:ext cx="2560320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026664"/>
            <a:ext cx="2560320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ValidateRecord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AvroReader + magic byte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52944" y="3685032"/>
            <a:ext cx="73152" cy="228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3913632"/>
            <a:ext cx="8686800" cy="512064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913632"/>
            <a:ext cx="868680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96849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342E"/>
                </a:solidFill>
              </a:rPr>
              <a:t>DistributedMapCache (XSD) · ApicurioSchemaRegistry controller service (JSON + Avro) — Apicurio source de vérité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4572000"/>
            <a:ext cx="4114800" cy="36576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663440"/>
            <a:ext cx="201168" cy="20116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03504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valid → downstream (Kafka, DB, API…)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800600" y="4572000"/>
            <a:ext cx="4114800" cy="365760"/>
          </a:xfrm>
          <a:prstGeom prst="rect">
            <a:avLst/>
          </a:prstGeom>
          <a:solidFill>
            <a:srgbClr val="FFEBEE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466344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175504" y="45902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invalid → dead-letter + attributs erreur enrichis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3840480" cy="10287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20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Récapitulatif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896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Apicurio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11521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Stocke le contenu brut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REST API v2 · Versions · Groups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645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XSD + NiFi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9808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SchemaRegistry retourne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RecordSchema ≠ XSD brut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140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395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49808" y="2651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ValidateXml + MapCache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PutFile minimal par node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6382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" y="31455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B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49808" y="3401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ExecuteScript Groovy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100% in-memory · cluster-safe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274320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Recommandation finale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74320" y="4462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EBF2"/>
                </a:solidFill>
              </a:rPr>
              <a:t>Solution B pour cluster BNP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114800" y="320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Points clés à retenir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4114800" y="868680"/>
            <a:ext cx="4754880" cy="694944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114800" y="868680"/>
            <a:ext cx="54864" cy="694944"/>
          </a:xfrm>
          <a:prstGeom prst="rect">
            <a:avLst/>
          </a:prstGeom>
          <a:solidFill>
            <a:srgbClr val="F57C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9784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26864" y="9052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Apicurio ne parse pas les schémas — il stocke et restitue le contenu brut quel que soit le type.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114800" y="1673352"/>
            <a:ext cx="4754880" cy="694944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114800" y="1673352"/>
            <a:ext cx="54864" cy="69494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78308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26864" y="170992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Le controller service ApicurioSchemaRegistry de NiFi est basé sur RecordSchema (Avro) — incompatible avec ValidateXml.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114800" y="2478024"/>
            <a:ext cx="4754880" cy="694944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114800" y="2478024"/>
            <a:ext cx="54864" cy="694944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2587752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626864" y="25146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Solution A : ValidateXml + DistributedMapCache. Simple, stricte, mais nécessite un PutFile par node au premier appel.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4114800" y="3282696"/>
            <a:ext cx="4754880" cy="694944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114800" y="3282696"/>
            <a:ext cx="54864" cy="694944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392424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626864" y="331927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Solution B : ExecuteScript Groovy avec javax.xml en mémoire. Zéro filesystem, natif cluster, même rigueur de validation.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4114800" y="4087368"/>
            <a:ext cx="4754880" cy="694944"/>
          </a:xfrm>
          <a:prstGeom prst="rect">
            <a:avLst/>
          </a:prstGeom>
          <a:solidFill>
            <a:srgbClr val="1E2D4A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4114800" y="4087368"/>
            <a:ext cx="54864" cy="694944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60" y="4197096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626864" y="41239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8DC"/>
                </a:solidFill>
              </a:rPr>
              <a:t>JSON et Avro passent nativement par ValidateRecord + ApicurioSchemaRegistry — aucun dev custom nécessaire.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92608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 ALTERNATIVE — XMLREADER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F3C"/>
                </a:solidFill>
              </a:rPr>
              <a:t>ValidateRecord + XMLReader — comment ça fonctionne 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</a:rPr>
              <a:t>XMLReader parse le XML → Record · SchemaRegistry résout le schéma · ValidateRecord compare champ par champ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417320"/>
            <a:ext cx="384048" cy="384048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901952"/>
            <a:ext cx="1993392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901952"/>
            <a:ext cx="54864" cy="658368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19385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FlowFile XML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" y="22311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message entrant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12848" y="219456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14016" y="1417320"/>
            <a:ext cx="384048" cy="38404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241401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14016" y="1901952"/>
            <a:ext cx="1993392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14016" y="1901952"/>
            <a:ext cx="54864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2542032" y="19385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XMLReader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42032" y="22311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XML → Record[]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25696" y="219456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1" name="Shape 19"/>
          <p:cNvSpPr/>
          <p:nvPr/>
        </p:nvSpPr>
        <p:spPr>
          <a:xfrm>
            <a:off x="4626864" y="1417320"/>
            <a:ext cx="384048" cy="384048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1901952"/>
            <a:ext cx="1993392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901952"/>
            <a:ext cx="54864" cy="65836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385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ApicurioSchemaRegistry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22311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XSD → RecordSchema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38544" y="2194560"/>
            <a:ext cx="182880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39712" y="1417320"/>
            <a:ext cx="384048" cy="384048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683971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39712" y="1901952"/>
            <a:ext cx="1993392" cy="65836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39712" y="1901952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6967728" y="19385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</a:rPr>
              <a:t>ValidateRecord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22311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Record vs RecordSchema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2724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</a:rPr>
              <a:t>Ce que XMLReader produit depuis ce XML :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8600" y="3017520"/>
            <a:ext cx="4023360" cy="1316736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017520"/>
            <a:ext cx="4023360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XML entrant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331927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&lt;commande id="123"&gt;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350215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&lt;montant&gt;-50&lt;/montant&gt;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368503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&lt;iban&gt;FR76INVALIDE&lt;/iban&gt;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386791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&lt;statut&gt;SUSPENDU&lt;/statut&gt;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" y="4050792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&lt;/commande&gt;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3602736"/>
            <a:ext cx="274320" cy="3657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2"/>
          <p:cNvSpPr/>
          <p:nvPr/>
        </p:nvSpPr>
        <p:spPr>
          <a:xfrm>
            <a:off x="4279392" y="34930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017520"/>
            <a:ext cx="4206240" cy="1316736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017520"/>
            <a:ext cx="4206240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Record produit (attribut @id perdu)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73168" y="3337560"/>
            <a:ext cx="3931920" cy="219456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3337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montant : DOUBLE  = -50.0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33375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ACCEPTÉ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73168" y="3602736"/>
            <a:ext cx="3931920" cy="219456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52" name="Text 50"/>
          <p:cNvSpPr/>
          <p:nvPr/>
        </p:nvSpPr>
        <p:spPr>
          <a:xfrm>
            <a:off x="4864608" y="3602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    : STRING  = "FR76INVALIDE"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ACCEPTÉ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867912"/>
            <a:ext cx="3931920" cy="219456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55" name="Text 53"/>
          <p:cNvSpPr/>
          <p:nvPr/>
        </p:nvSpPr>
        <p:spPr>
          <a:xfrm>
            <a:off x="4864608" y="3867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  : STRING  = "SUSPENDU"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3867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ACCEPTÉ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4507992"/>
            <a:ext cx="8686800" cy="4572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8" name="Shape 56"/>
          <p:cNvSpPr/>
          <p:nvPr/>
        </p:nvSpPr>
        <p:spPr>
          <a:xfrm>
            <a:off x="228600" y="4507992"/>
            <a:ext cx="54864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9" name="Text 57"/>
          <p:cNvSpPr/>
          <p:nvPr/>
        </p:nvSpPr>
        <p:spPr>
          <a:xfrm>
            <a:off x="402336" y="4526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</a:rPr>
              <a:t>ValidateRecord accepte ces 3 valeurs : -50 n'est qu'un DOUBLE valide, FR76INVALIDE un STRING valide, SUSPENDU un STRING valide. Les contraintes XSD (minInclusive, pattern, enumeration) ont été perdues lors de la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274320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CONTRAINTES XSD PERDUES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3C"/>
                </a:solidFill>
              </a:rPr>
              <a:t>ValidateXml vs ValidateRecord + XMLReader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</a:rPr>
              <a:t>Ce que chaque approche détecte réellement sur un message XML invalide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408176"/>
            <a:ext cx="2468880" cy="34747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40817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Contrainte XSD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408176"/>
            <a:ext cx="17830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907792" y="1408176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Exemple invalide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08176"/>
            <a:ext cx="17830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408176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ValidateXml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408176"/>
            <a:ext cx="196596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748272" y="140817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ValidateRecord + XMLReader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801368"/>
            <a:ext cx="24688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1801368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801368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801368"/>
            <a:ext cx="196596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18013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xs:minInclusive = 0  (montant)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07792" y="180136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montant = -50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9744" y="1856232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8562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9984" y="1856232"/>
            <a:ext cx="1856232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185623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Accepté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203704"/>
            <a:ext cx="24688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2203704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203704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2203704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" y="2203704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xs:pattern IBAN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07792" y="2203704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iban = FR76INVALIDE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9744" y="2258568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22585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9984" y="2258568"/>
            <a:ext cx="1856232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6729984" y="225856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Accepté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606040"/>
            <a:ext cx="24688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Shape 34"/>
          <p:cNvSpPr/>
          <p:nvPr/>
        </p:nvSpPr>
        <p:spPr>
          <a:xfrm>
            <a:off x="2834640" y="2606040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2606040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2606040"/>
            <a:ext cx="196596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/>
          <p:nvPr/>
        </p:nvSpPr>
        <p:spPr>
          <a:xfrm>
            <a:off x="301752" y="26060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xs:enumeration statut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07792" y="26060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 = SUSPENDU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9744" y="2660904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66090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9984" y="2660904"/>
            <a:ext cx="1856232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4" name="Text 42"/>
          <p:cNvSpPr/>
          <p:nvPr/>
        </p:nvSpPr>
        <p:spPr>
          <a:xfrm>
            <a:off x="6729984" y="266090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Accepté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008376"/>
            <a:ext cx="24688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2834640" y="3008376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3008376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Shape 46"/>
          <p:cNvSpPr/>
          <p:nvPr/>
        </p:nvSpPr>
        <p:spPr>
          <a:xfrm>
            <a:off x="6675120" y="3008376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301752" y="300837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xs:minOccurs=1 (champ manquant)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907792" y="300837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&lt;montant&gt; absent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9744" y="3063240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2" name="Text 50"/>
          <p:cNvSpPr/>
          <p:nvPr/>
        </p:nvSpPr>
        <p:spPr>
          <a:xfrm>
            <a:off x="4809744" y="306324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9984" y="3063240"/>
            <a:ext cx="185623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4" name="Text 52"/>
          <p:cNvSpPr/>
          <p:nvPr/>
        </p:nvSpPr>
        <p:spPr>
          <a:xfrm>
            <a:off x="6729984" y="306324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3410712"/>
            <a:ext cx="24688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3410712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Shape 55"/>
          <p:cNvSpPr/>
          <p:nvPr/>
        </p:nvSpPr>
        <p:spPr>
          <a:xfrm>
            <a:off x="4754880" y="3410712"/>
            <a:ext cx="178308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8" name="Shape 56"/>
          <p:cNvSpPr/>
          <p:nvPr/>
        </p:nvSpPr>
        <p:spPr>
          <a:xfrm>
            <a:off x="6675120" y="3410712"/>
            <a:ext cx="196596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9" name="Text 57"/>
          <p:cNvSpPr/>
          <p:nvPr/>
        </p:nvSpPr>
        <p:spPr>
          <a:xfrm>
            <a:off x="301752" y="341071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Attribut @id obligatoire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907792" y="3410712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 absent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09744" y="3465576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2" name="Text 60"/>
          <p:cNvSpPr/>
          <p:nvPr/>
        </p:nvSpPr>
        <p:spPr>
          <a:xfrm>
            <a:off x="4809744" y="346557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29984" y="3465576"/>
            <a:ext cx="1856232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4" name="Text 62"/>
          <p:cNvSpPr/>
          <p:nvPr/>
        </p:nvSpPr>
        <p:spPr>
          <a:xfrm>
            <a:off x="6729984" y="34655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Ignoré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3813048"/>
            <a:ext cx="24688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6" name="Shape 64"/>
          <p:cNvSpPr/>
          <p:nvPr/>
        </p:nvSpPr>
        <p:spPr>
          <a:xfrm>
            <a:off x="2834640" y="3813048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7" name="Shape 65"/>
          <p:cNvSpPr/>
          <p:nvPr/>
        </p:nvSpPr>
        <p:spPr>
          <a:xfrm>
            <a:off x="4754880" y="3813048"/>
            <a:ext cx="17830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8" name="Shape 66"/>
          <p:cNvSpPr/>
          <p:nvPr/>
        </p:nvSpPr>
        <p:spPr>
          <a:xfrm>
            <a:off x="6675120" y="3813048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9" name="Text 67"/>
          <p:cNvSpPr/>
          <p:nvPr/>
        </p:nvSpPr>
        <p:spPr>
          <a:xfrm>
            <a:off x="301752" y="38130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5"/>
                </a:solidFill>
              </a:rPr>
              <a:t>xs:fractionDigits = 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907792" y="38130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montant = 99.999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09744" y="3867912"/>
            <a:ext cx="167335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2" name="Text 70"/>
          <p:cNvSpPr/>
          <p:nvPr/>
        </p:nvSpPr>
        <p:spPr>
          <a:xfrm>
            <a:off x="4809744" y="386791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Rejeté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29984" y="3867912"/>
            <a:ext cx="1856232" cy="256032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4" name="Text 72"/>
          <p:cNvSpPr/>
          <p:nvPr/>
        </p:nvSpPr>
        <p:spPr>
          <a:xfrm>
            <a:off x="6729984" y="386791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Accepté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4251960"/>
            <a:ext cx="4114800" cy="65836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28600" y="4251960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7" name="Text 75"/>
          <p:cNvSpPr/>
          <p:nvPr/>
        </p:nvSpPr>
        <p:spPr>
          <a:xfrm>
            <a:off x="384048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ValidateXml + XSD brut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84048" y="4535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6/6 contraintes validées — rigueur métier complète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4251960"/>
            <a:ext cx="4343400" cy="658368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572000" y="4251960"/>
            <a:ext cx="54864" cy="6583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1" name="Text 79"/>
          <p:cNvSpPr/>
          <p:nvPr/>
        </p:nvSpPr>
        <p:spPr>
          <a:xfrm>
            <a:off x="4727448" y="4279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</a:rPr>
              <a:t>ValidateRecord + XMLReader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727448" y="4535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1/6 contraintes validées — validation structurelle seulement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NiFi × Apicurio — Validation XML/JSON/Avro</dc:title>
  <dc:subject>PptxGenJS Presentation</dc:subject>
  <dc:creator>PptxGenJS</dc:creator>
  <cp:lastModifiedBy>PptxGenJS</cp:lastModifiedBy>
  <cp:revision>1</cp:revision>
  <dcterms:created xsi:type="dcterms:W3CDTF">2026-04-08T14:29:39Z</dcterms:created>
  <dcterms:modified xsi:type="dcterms:W3CDTF">2026-04-08T14:29:39Z</dcterms:modified>
</cp:coreProperties>
</file>