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0533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NiFi comme intermediaire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Decoupler les clients de l'API grace a un reverse proxy / API Gateway construit sous NiFi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technique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 avant la mise en place du flux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appels directs a l'API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client appelle l'API en dur, avec son URL exacte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couche d'abstraction entre les consommateurs et le service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moindre changement (URL, port, migration, fournisseur) casse tous les clients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evolution = reconfigurer et redeployer chez tous les clients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avant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2585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244144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583680" y="30632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18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58200" y="340156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6583680" y="40233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1788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4023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458200" y="436168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9921240" y="269748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8803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212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92240" y="4892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fort : 3 clients = 3 points a modifier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flux NiFi doit apporter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809" y="26078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d'entree unique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ciblent toujours la meme adresse NiFi, quoi qu'il arrive derriere.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89" y="26078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transparents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Migration, changement de fournisseur ou d'URL API : aucun impact cote client.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95783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769" y="26078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endroit pour ajuster routage, logs, securite et transformations.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un pattern connu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/ API Gateway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4560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65960" y="2697480"/>
            <a:ext cx="1463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20440" y="20574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(proxy)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0" y="2697480"/>
            <a:ext cx="1463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0" y="219456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718" y="2456078"/>
            <a:ext cx="482803" cy="482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reelle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7782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778240" y="2423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ne connait que NiFi. La cible reelle peut changer sans impact.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7724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reseau/archi general : un intermediaire recoit les requetes a la place du service reel.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8912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61772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61772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du monde API/microservices : proxy + routage, securite, transformation centralisee.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2960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45820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45820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stable et simplifiee qui masque la complexite ou les changements derriere elle.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flux NiFi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processeurs cles du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HandleHttpRequest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ListenHTTP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Recoit les appels des clients comme si NiFi etait l'API elle-meme.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383280"/>
            <a:ext cx="914400" cy="914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59352" y="3566160"/>
            <a:ext cx="6400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5216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4917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60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InvokeHTTP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Relaie la requete vers la vraie API backend. Seul endroit a modifier en cas de changement.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3383280"/>
            <a:ext cx="914400" cy="914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936992" y="3566160"/>
            <a:ext cx="6400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64108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2980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540" y="249174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3385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82396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HandleHttpResponse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9154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Renvoie la reponse de l'API au client d'origine.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  --&gt;  NiFi (proxy)  --&gt;  API backend  --&gt;  reponse relayee au client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un routeur HTTP en amont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de charge et haute disponibilite devant le flux NiFi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8346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333756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260604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HTTP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4884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48840" y="3611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HAProxy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148840" y="3840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ALB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749040" y="333756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1943100"/>
            <a:ext cx="0" cy="27432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23360" y="19431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33147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46863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1960" y="14173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34840" y="1472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- noeud 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34840" y="17647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21" name="Text 18"/>
          <p:cNvSpPr/>
          <p:nvPr/>
        </p:nvSpPr>
        <p:spPr>
          <a:xfrm>
            <a:off x="4434840" y="17647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69280" y="20619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17647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17647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InvokeHTTP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86600" y="20619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69480" y="17647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17647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251960" y="27889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- noeud 2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434840" y="31363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31" name="Text 28"/>
          <p:cNvSpPr/>
          <p:nvPr/>
        </p:nvSpPr>
        <p:spPr>
          <a:xfrm>
            <a:off x="4434840" y="31363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669280" y="34335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52160" y="31363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5852160" y="31363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InvokeHTTP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86600" y="34335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69480" y="31363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37" name="Text 34"/>
          <p:cNvSpPr/>
          <p:nvPr/>
        </p:nvSpPr>
        <p:spPr>
          <a:xfrm>
            <a:off x="7269480" y="31363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251960" y="41605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34840" y="4215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- noeud 3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434840" y="45079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41" name="Text 38"/>
          <p:cNvSpPr/>
          <p:nvPr/>
        </p:nvSpPr>
        <p:spPr>
          <a:xfrm>
            <a:off x="4434840" y="45079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669280" y="48051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52160" y="45079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44" name="Text 41"/>
          <p:cNvSpPr/>
          <p:nvPr/>
        </p:nvSpPr>
        <p:spPr>
          <a:xfrm>
            <a:off x="5852160" y="45079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InvokeHTTP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086600" y="4805172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269480" y="4507992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47" name="Text 44"/>
          <p:cNvSpPr/>
          <p:nvPr/>
        </p:nvSpPr>
        <p:spPr>
          <a:xfrm>
            <a:off x="7269480" y="45079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915400" y="194310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915400" y="331470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15400" y="468630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89720" y="1943100"/>
            <a:ext cx="0" cy="27432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189720" y="333756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418320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926080"/>
            <a:ext cx="457200" cy="45720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94183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9418320" y="3675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(peut changer)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45720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repartit les requetes entre plusieurs noeuds NiFi identiques et bascule automatiquement en cas de panne (failover).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457200" y="589788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6F7F4"/>
          </a:solidFill>
          <a:ln/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0"/>
            <a:ext cx="384048" cy="38404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1188720" y="5897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couche resout la limite du point unique de defaillance (SPOF) evoquee precedemment pour le flux NiFi seul.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Benefices concrets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decouplage apporte au quotidien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609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backend transparent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87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modification dans NiFi (InvokeHTTP) suffit ; zero impact sur les clients existants.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6609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centralisee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06640" y="2487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controle d'acces geres a un seul endroit, plutot que duplique chez chaque client.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754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9469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et supervision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91640" y="4773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appels transitent par NiFi : traçabilite et monitoring facilites.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754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9469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progressive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06640" y="4773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graduelle vers une nouvelle API ou un nouveau fournisseur, sans coupure brutale.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points de vigilance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Etre transparent sur les contreparties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867" y="268650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unique de defaillance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NiFi tombe, tous les clients sont impactes simultanement. Necessite haute disponibilite / clustering.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47" y="268650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additionnelle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passe par un saut reseau supplementaire avant d'atteindre l'API reelle.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7" y="26865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dedie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proxy devient critique : il faut le superviser au meme titre que l'API elle-meme.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evoques honnetement pour montrer la maitrise complete du sujet.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7335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890979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5087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NiFi joue le role d'un reverse proxy / API Gateway : un point d'entree stable qui decouple totalement les clients de l'implementation reelle de l'API.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 possibles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entre plusieurs instances d'API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cache des reponses frequentes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et retry plus fine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NiFi pour la haute disponibilite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0" y="3566160"/>
            <a:ext cx="2011680" cy="2011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4" y="4169664"/>
            <a:ext cx="804672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NiFi - Intermediaire API</dc:title>
  <dc:subject>PptxGenJS Presentation</dc:subject>
  <dc:creator>Presentation NiFi</dc:creator>
  <cp:lastModifiedBy>Presentation NiFi</cp:lastModifiedBy>
  <cp:revision>1</cp:revision>
  <dcterms:created xsi:type="dcterms:W3CDTF">2026-07-06T22:32:13Z</dcterms:created>
  <dcterms:modified xsi:type="dcterms:W3CDTF">2026-07-06T22:32:13Z</dcterms:modified>
</cp:coreProperties>
</file>