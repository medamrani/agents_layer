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NiFi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Process Groups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2004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Partagé vs. Copie par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 pour la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45720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645920"/>
            <a:ext cx="1645920" cy="16459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approches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Partagé vs. Copie par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280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du Canvas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visuel sur le canvas NiFi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5292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et rapidité d'investigation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9476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1304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78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et sécurité des mises à jour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914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1440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93268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Pannes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et impact en production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8745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87452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89280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 indépendante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834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83464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85292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de la Logique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cohérence via NiFi Registry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7947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794760"/>
            <a:ext cx="502920" cy="7772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81304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4068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178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bonnes pratiques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Approches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PG Commun Partagé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53312"/>
            <a:ext cx="3474720" cy="38404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53312"/>
            <a:ext cx="64008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Erreurs (partagé)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56232"/>
            <a:ext cx="3474720" cy="38404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856232"/>
            <a:ext cx="64008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Logging (partagé)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3474720" cy="38404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359152"/>
            <a:ext cx="64008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Validation (partagé)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62072"/>
            <a:ext cx="3474720" cy="38404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62072"/>
            <a:ext cx="64008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Enrichissement (partagé)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A, B, C → connectés à TOUS les PG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Flèches dans tous les sens 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822960"/>
            <a:ext cx="4023360" cy="38404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Copie par Pipeline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1353312"/>
            <a:ext cx="34747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1353312"/>
            <a:ext cx="64008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Erreurs + Logging + Validation + Enrichissement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2267712"/>
            <a:ext cx="34747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74920" y="2267712"/>
            <a:ext cx="64008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Erreurs + Logging + Validation + Enrichissement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74920" y="3182112"/>
            <a:ext cx="34747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74920" y="3182112"/>
            <a:ext cx="640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Erreurs + Logging + Validation + Enrichissement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pipeline = bloc autonome et auto-contenu ✓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Lisibilité du Canvas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PG Partagé — Toile d'araignée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097280" cy="3200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1097280" cy="3200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1097280" cy="320040"/>
          </a:xfrm>
          <a:prstGeom prst="rect">
            <a:avLst/>
          </a:prstGeom>
          <a:solidFill>
            <a:srgbClr val="6B46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325880"/>
            <a:ext cx="1371600" cy="32004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Erreurs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1828800"/>
            <a:ext cx="1371600" cy="320040"/>
          </a:xfrm>
          <a:prstGeom prst="rect">
            <a:avLst/>
          </a:prstGeom>
          <a:solidFill>
            <a:srgbClr val="DD6B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Logging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2331720"/>
            <a:ext cx="1371600" cy="320040"/>
          </a:xfrm>
          <a:prstGeom prst="rect">
            <a:avLst/>
          </a:prstGeom>
          <a:solidFill>
            <a:srgbClr val="D69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Valid.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2834640"/>
            <a:ext cx="1371600" cy="320040"/>
          </a:xfrm>
          <a:prstGeom prst="rect">
            <a:avLst/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Enrich.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1389888"/>
            <a:ext cx="1005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554480" y="1389888"/>
            <a:ext cx="1005840" cy="48463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554480" y="1389888"/>
            <a:ext cx="1005840" cy="98755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554480" y="1389888"/>
            <a:ext cx="1005840" cy="149047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554480" y="1892808"/>
            <a:ext cx="1005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554480" y="1892808"/>
            <a:ext cx="1005840" cy="43891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554480" y="1892808"/>
            <a:ext cx="1005840" cy="94183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554480" y="2395728"/>
            <a:ext cx="1005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554480" y="2395728"/>
            <a:ext cx="1005840" cy="43891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20040" y="3383280"/>
            <a:ext cx="3794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pipelines × 4 PG = dizaines de flèches croisées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tracer un flux de bout en bout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Copie par Pipeline — Canvas propre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1234440"/>
            <a:ext cx="374904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1234440"/>
            <a:ext cx="73152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PG Erreurs → PG Logging → PG Valid. → PG Enrich. 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2148840"/>
            <a:ext cx="374904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37760" y="214884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7492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PG Erreurs → PG Logging → PG Valid. → PG Enrich. 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3063240"/>
            <a:ext cx="374904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37760" y="3063240"/>
            <a:ext cx="73152" cy="73152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74920" y="3410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PG Erreurs → PG Logging → PG Valid. → PG Enrich. ]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402336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lisible de A à Z dans chaque pipeline isolé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Débogage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PG Partagé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Enrichissement en back-pressure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84048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64008" cy="384048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55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Pipeline A envoie trop de données 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3749040" cy="384048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64008" cy="384048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58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Pipeline B a un mauvais format 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3749040" cy="384048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43200"/>
            <a:ext cx="64008" cy="384048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614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Pipeline C attend une API externe 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3749040" cy="11887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Analyse simultanée des 3 pipelines pendant que TOUT est bloqué. Temps de résolution : 30-60 min minimum.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Copie par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Enrichissement du Pipeline B en back-pressure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783080"/>
            <a:ext cx="3840480" cy="4572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18105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dans Pipeline B uniquement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377440"/>
            <a:ext cx="3840480" cy="4572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240487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423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malformé identifié en 2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971800"/>
            <a:ext cx="3840480" cy="4572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299923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017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ciblée, A et C continuent 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657600"/>
            <a:ext cx="3840480" cy="82296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Investigation ciblée sur un seul pipeline. Temps de résolution : 2-5 min.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Déploiement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PG Partagé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Ajouter un champ dans le PG Logging pour Pipeline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749040" cy="347472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64008" cy="3474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47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Arrêt du PG Logging partagé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3749040" cy="347472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64008" cy="3474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585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Pipeline B perd son logging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3749040" cy="347472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51760"/>
            <a:ext cx="64008" cy="3474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70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Pipeline C perd son logging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3749040" cy="347472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64008" cy="3474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81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Risque de perte de données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3749040" cy="347472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74720"/>
            <a:ext cx="64008" cy="3474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930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Erreurs masquées en production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B et C interrompus alors qu'ils ne nécessitaient AUCUNE modification.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Copie par Pipeline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Même modification du PG Logging pour Pipeline 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1874520"/>
            <a:ext cx="3840480" cy="530352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874520"/>
            <a:ext cx="64008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892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2148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Arrêté, modifié, redémarré 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532888"/>
            <a:ext cx="3840480" cy="530352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2532888"/>
            <a:ext cx="64008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551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2807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normalement 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191256"/>
            <a:ext cx="3840480" cy="530352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3191256"/>
            <a:ext cx="64008" cy="53035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2095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3465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normalement 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3931920"/>
            <a:ext cx="3840480" cy="640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3776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chirurgical — zéro impact sur les autres pipelines.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Isolation des Pannes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PG Partagé — Blast Radius Maximum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Groovy défaillant dans le PG Validation partagé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475488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64008" cy="47548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55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Commandes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801368"/>
            <a:ext cx="109728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801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3749040" cy="475488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64008" cy="47548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50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Facturation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395728"/>
            <a:ext cx="109728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2395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3749040" cy="475488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47548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44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— Reporting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2990088"/>
            <a:ext cx="109728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3749040" cy="82296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composant défaillant → 3 systèmes métier tombés simultanément. Incident critique en production.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Copie par Pipeline — Blast Radius Isolé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script Groovy défaillant dans le PG Validation du Pipeline A seulement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1810512"/>
            <a:ext cx="3840480" cy="475488"/>
          </a:xfrm>
          <a:prstGeom prst="rect">
            <a:avLst/>
          </a:prstGeom>
          <a:solidFill>
            <a:srgbClr val="FFFA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1810512"/>
            <a:ext cx="64008" cy="475488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828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Commandes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1874520"/>
            <a:ext cx="1097280" cy="3200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404872"/>
            <a:ext cx="3840480" cy="475488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404872"/>
            <a:ext cx="64008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Facturation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2468880"/>
            <a:ext cx="109728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2999232"/>
            <a:ext cx="3840480" cy="475488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2999232"/>
            <a:ext cx="64008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017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— Reporting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98080" y="3063240"/>
            <a:ext cx="109728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657600"/>
            <a:ext cx="3840480" cy="82296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3776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pipeline impacté, 2 systèmes critiques continuent. Correction sereine sans pression.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Scalabilité Indépendante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Pipeline A reçoit 10× plus de données pendant une campagne marketing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PG Partagé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absorber la charge : augmenter les threads du PG Enrichissement partagé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3749040" cy="4114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04288"/>
            <a:ext cx="64008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408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: 5 → 20 threads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3749040" cy="4114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64008" cy="4114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712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: 5 → 20 (inutile) threads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3749040" cy="4114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64992"/>
            <a:ext cx="64008" cy="4114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: 5 → 20 (inutile) threads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Saturation du serveur NiFi pour B et C inutilement. Ressources gaspillées.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80160"/>
            <a:ext cx="411480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Copie par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les threads uniquement dans le PG Enrichissement de Pipeline 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304288"/>
            <a:ext cx="3840480" cy="41148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304288"/>
            <a:ext cx="64008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3408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: 5 → 20 threads 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2834640"/>
            <a:ext cx="3840480" cy="4114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2834640"/>
            <a:ext cx="64008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871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: 5 threads (inchangé) 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364992"/>
            <a:ext cx="3840480" cy="4114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364992"/>
            <a:ext cx="64008" cy="4114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4015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: 5 threads (inchangé) 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absorbée proprement. Aucune ressource gaspillée sur B et 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Mise à Jour de la Logique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PG Partagé — Avantage unique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corrigé dans le PG Erreurs partagé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seule modification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pipelines bénéficient immédiatement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Zéro action supplémentaire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Copie par Pipeline — Gérable avec Registry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bug corrigé dans la version canonique Registry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Correction en v1.3 dans NiFi 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× "Change Version" → v1.3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mise à jour : contrôlée, testable, réversible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71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NiFi Registry — Bonnes Pratiques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401568"/>
            <a:ext cx="201168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88720" y="33558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canonique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Common_GestionErreurs_v1.3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3401568"/>
            <a:ext cx="201168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33558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032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Version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→ v1.3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401568"/>
            <a:ext cx="2011680" cy="10972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33558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916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Version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→ v1.3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3401568"/>
            <a:ext cx="2011680" cy="1097280"/>
          </a:xfrm>
          <a:prstGeom prst="rect">
            <a:avLst/>
          </a:prstGeom>
          <a:solidFill>
            <a:srgbClr val="6B46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33558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Version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→ v1.3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77724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Partagé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777240"/>
            <a:ext cx="3108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par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075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du Canvas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307592"/>
            <a:ext cx="2514600" cy="411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307592"/>
            <a:ext cx="2423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Toile d'araignée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307592"/>
            <a:ext cx="3154680" cy="411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307592"/>
            <a:ext cx="3063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Propre et isolé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85953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1874520"/>
            <a:ext cx="2514600" cy="411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Très difficile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874520"/>
            <a:ext cx="3154680" cy="411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1874520"/>
            <a:ext cx="3063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Rapide et ciblé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4414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2441448"/>
            <a:ext cx="2514600" cy="411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2441448"/>
            <a:ext cx="2423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Risqué (impact global)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2441448"/>
            <a:ext cx="3154680" cy="411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2441448"/>
            <a:ext cx="3063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Sûr (impact isolé)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62656"/>
            <a:ext cx="85953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0083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pannes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3008376"/>
            <a:ext cx="2514600" cy="411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3154680" y="3008376"/>
            <a:ext cx="2423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Blast radius global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008376"/>
            <a:ext cx="3154680" cy="411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3008376"/>
            <a:ext cx="3063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Limité au pipeline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29584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5753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3575304"/>
            <a:ext cx="2514600" cy="411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3154680" y="3575304"/>
            <a:ext cx="2423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Impossible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3575304"/>
            <a:ext cx="3154680" cy="411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8" name="Text 36"/>
          <p:cNvSpPr/>
          <p:nvPr/>
        </p:nvSpPr>
        <p:spPr>
          <a:xfrm>
            <a:off x="5715000" y="3575304"/>
            <a:ext cx="3063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 pipeline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096512"/>
            <a:ext cx="859536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142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logique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08960" y="4142232"/>
            <a:ext cx="2514600" cy="411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2" name="Text 40"/>
          <p:cNvSpPr/>
          <p:nvPr/>
        </p:nvSpPr>
        <p:spPr>
          <a:xfrm>
            <a:off x="3154680" y="4142232"/>
            <a:ext cx="2423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Une seule fois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4142232"/>
            <a:ext cx="3154680" cy="411480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44" name="Text 42"/>
          <p:cNvSpPr/>
          <p:nvPr/>
        </p:nvSpPr>
        <p:spPr>
          <a:xfrm>
            <a:off x="5715000" y="4142232"/>
            <a:ext cx="3063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Via NiFi Registry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21B3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 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108960" y="4663440"/>
            <a:ext cx="2514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669280" y="4663440"/>
            <a:ext cx="3154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 🏆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dupliquée par pipeline — avec discipline NiFi Registry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128016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64008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63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Registry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4708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la version canonique de chaque PG commun. Toute modification passe par Registry avant d'être propagée aux pipelines.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23360" cy="128016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64008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9260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44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Nommage clair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noms explicites : Common_GestionErreurs_v1.3, Common_Logging_v2.1. Toujours savoir quelle version tourne dans chaque pipeline.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4023360" cy="128016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371600"/>
            <a:ext cx="64008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1463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compacts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84708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les PG communs petits et focalisés. 2-3 processeurs max. Plus ils sont grands, plus la duplication devient coûteuse.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023360" cy="128016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834640"/>
            <a:ext cx="64008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9260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2944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Contextes de Paramètres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3101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Externaliser les différences de configuration entre pipelines. Structure identique, valeurs différentes par contexte.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L'isolation vaut toujours le coût de la duplication en production.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NiFi - Architecture des Process Groups</dc:title>
  <dc:subject>PptxGenJS Presentation</dc:subject>
  <dc:creator>PptxGenJS</dc:creator>
  <cp:lastModifiedBy>PptxGenJS</cp:lastModifiedBy>
  <cp:revision>1</cp:revision>
  <dcterms:created xsi:type="dcterms:W3CDTF">2026-04-28T13:30:57Z</dcterms:created>
  <dcterms:modified xsi:type="dcterms:W3CDTF">2026-04-28T13:30:57Z</dcterms:modified>
</cp:coreProperties>
</file>