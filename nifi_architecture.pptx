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NiFi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des Process Groups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3200400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Partagé vs. Copie par Pipeline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comparative pour la production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0" y="457200"/>
            <a:ext cx="2560320" cy="2560320"/>
          </a:xfrm>
          <a:prstGeom prst="ellipse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0" y="1645920"/>
            <a:ext cx="1645920" cy="164592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3268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60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approches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2984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Partagé vs. Copie par Pipeline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87452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7452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89280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920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Lisibilité du Canvas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585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visuel sur le canvas NiFi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83464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83464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85292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Débogage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2186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et rapidité d'investigation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79476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79476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81304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840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1788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et sécurité des mises à jour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91440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91440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93268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960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des Pannes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2984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 et impact en production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187452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187452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189280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40680" y="1920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Scalabilité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22585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Montée en charge indépendante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283464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46320" y="283464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285292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4068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de la Logique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40680" y="32186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la cohérence via NiFi Registry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46320" y="379476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46320" y="3794760"/>
            <a:ext cx="502920" cy="7772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3813048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440680" y="3840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40680" y="41788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bonnes pratiques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Approches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02336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023360" cy="38404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22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PG Commun Partagé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353312"/>
            <a:ext cx="3474720" cy="384048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53312"/>
            <a:ext cx="64008" cy="38404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Erreurs (partagé)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856232"/>
            <a:ext cx="3474720" cy="384048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56232"/>
            <a:ext cx="64008" cy="38404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Logging (partagé)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359152"/>
            <a:ext cx="3474720" cy="384048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359152"/>
            <a:ext cx="64008" cy="38404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774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Validation (partagé)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862072"/>
            <a:ext cx="3474720" cy="384048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862072"/>
            <a:ext cx="64008" cy="38404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Enrichissement (partagé)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429000"/>
            <a:ext cx="38404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A, B, C → connectés à TOUS les PG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Flèches dans tous les sens !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822960"/>
            <a:ext cx="402336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822960"/>
            <a:ext cx="4023360" cy="384048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822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Copie par Pipeline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74920" y="1353312"/>
            <a:ext cx="3474720" cy="77724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74920" y="1353312"/>
            <a:ext cx="64008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5212080" y="1371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16642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Erreurs + Logging + Validation + Enrichissement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74920" y="2267712"/>
            <a:ext cx="3474720" cy="77724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074920" y="2267712"/>
            <a:ext cx="64008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521208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212080" y="2578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Erreurs + Logging + Validation + Enrichissement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74920" y="3182112"/>
            <a:ext cx="3474720" cy="77724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74920" y="3182112"/>
            <a:ext cx="64008" cy="777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5212080" y="32004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3493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Erreurs + Logging + Validation + Enrichissement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37760" y="4114800"/>
            <a:ext cx="384048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pipeline = bloc autonome et auto-contenu ✓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|  Lisibilité du Canvas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393192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PG Partagé — Toile d'araignée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320040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1097280" cy="32004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1097280" cy="320040"/>
          </a:xfrm>
          <a:prstGeom prst="rect">
            <a:avLst/>
          </a:prstGeom>
          <a:solidFill>
            <a:srgbClr val="6B46C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22402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60320" y="1325880"/>
            <a:ext cx="1371600" cy="320040"/>
          </a:xfrm>
          <a:prstGeom prst="rect">
            <a:avLst/>
          </a:prstGeom>
          <a:solidFill>
            <a:srgbClr val="E53E3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560320" y="1325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Erreurs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1828800"/>
            <a:ext cx="1371600" cy="320040"/>
          </a:xfrm>
          <a:prstGeom prst="rect">
            <a:avLst/>
          </a:prstGeom>
          <a:solidFill>
            <a:srgbClr val="DD6B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60320" y="1828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Logging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2331720"/>
            <a:ext cx="1371600" cy="320040"/>
          </a:xfrm>
          <a:prstGeom prst="rect">
            <a:avLst/>
          </a:prstGeom>
          <a:solidFill>
            <a:srgbClr val="D69E2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560320" y="2331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Valid.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60320" y="2834640"/>
            <a:ext cx="1371600" cy="320040"/>
          </a:xfrm>
          <a:prstGeom prst="rect">
            <a:avLst/>
          </a:prstGeom>
          <a:solidFill>
            <a:srgbClr val="38A169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56032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Enrich.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554480" y="1389888"/>
            <a:ext cx="1005840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1554480" y="1389888"/>
            <a:ext cx="1005840" cy="484632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554480" y="1389888"/>
            <a:ext cx="1005840" cy="987552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554480" y="1389888"/>
            <a:ext cx="1005840" cy="1490472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554480" y="1892808"/>
            <a:ext cx="1005840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554480" y="1892808"/>
            <a:ext cx="1005840" cy="438912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554480" y="1892808"/>
            <a:ext cx="1005840" cy="941832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554480" y="2395728"/>
            <a:ext cx="1005840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1554480" y="2395728"/>
            <a:ext cx="1005840" cy="438912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320040" y="3383280"/>
            <a:ext cx="379476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pipelines × 4 PG = dizaines de flèches croisées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de tracer un flux de bout en bout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822960"/>
            <a:ext cx="411480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Copie par Pipeline — Canvas propre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37760" y="1234440"/>
            <a:ext cx="3749040" cy="7315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937760" y="1234440"/>
            <a:ext cx="73152" cy="7315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74920" y="1581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PG Erreurs → PG Logging → PG Valid. → PG Enrich. ]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7760" y="2148840"/>
            <a:ext cx="3749040" cy="7315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937760" y="2148840"/>
            <a:ext cx="73152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1" name="Text 39"/>
          <p:cNvSpPr/>
          <p:nvPr/>
        </p:nvSpPr>
        <p:spPr>
          <a:xfrm>
            <a:off x="507492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74920" y="2496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PG Erreurs → PG Logging → PG Valid. → PG Enrich. ]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937760" y="3063240"/>
            <a:ext cx="3749040" cy="7315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937760" y="3063240"/>
            <a:ext cx="73152" cy="7315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45" name="Text 43"/>
          <p:cNvSpPr/>
          <p:nvPr/>
        </p:nvSpPr>
        <p:spPr>
          <a:xfrm>
            <a:off x="507492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74920" y="3410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PG Erreurs → PG Logging → PG Valid. → PG Enrich. ]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0600" y="4023360"/>
            <a:ext cx="3931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lisible de A à Z dans chaque pipeline isolé ✓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|  Débogage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393192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PG Partagé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: </a:t>
            </a:r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Enrichissement en back-pressure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84048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737360"/>
            <a:ext cx="64008" cy="384048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5564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Pipeline A envoie trop de données 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240280"/>
            <a:ext cx="3749040" cy="384048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240280"/>
            <a:ext cx="64008" cy="384048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5856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Pipeline B a un mauvais format 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743200"/>
            <a:ext cx="3749040" cy="384048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743200"/>
            <a:ext cx="64008" cy="384048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76148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Pipeline C attend une API externe ?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291840"/>
            <a:ext cx="3749040" cy="118872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1480" y="33375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Analyse simultanée des 3 pipelines pendant que TOUT est bloqué. Temps de résolution : 30-60 min minimum.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822960"/>
            <a:ext cx="411480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Copie par Pipeline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1234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: </a:t>
            </a:r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Enrichissement du Pipeline B en back-pressure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1783080"/>
            <a:ext cx="3840480" cy="45720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19472" y="1810512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4919472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9240" y="18288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dans Pipeline B uniquement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2377440"/>
            <a:ext cx="3840480" cy="45720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19472" y="2404872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4919472" y="2404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49240" y="24231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malformé identifié en 2 min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92040" y="2971800"/>
            <a:ext cx="3840480" cy="45720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19472" y="2999232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4919472" y="2999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49240" y="30175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ciblée, A et C continuent 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92040" y="3657600"/>
            <a:ext cx="3840480" cy="82296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93776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Investigation ciblée sur un seul pipeline. Temps de résolution : 2-5 min.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 Déploiement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393192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PG Partagé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: Ajouter un champ dans le PG Logging pour Pipeline 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828800"/>
            <a:ext cx="3749040" cy="347472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28800"/>
            <a:ext cx="64008" cy="34747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470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Arrêt du PG Logging partagé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240280"/>
            <a:ext cx="3749040" cy="347472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240280"/>
            <a:ext cx="64008" cy="34747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5856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Pipeline B perd son logging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51760"/>
            <a:ext cx="3749040" cy="347472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51760"/>
            <a:ext cx="64008" cy="34747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67004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Pipeline C perd son logging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063240"/>
            <a:ext cx="3749040" cy="347472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063240"/>
            <a:ext cx="64008" cy="34747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8152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Risque de perte de données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474720"/>
            <a:ext cx="3749040" cy="347472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474720"/>
            <a:ext cx="64008" cy="34747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49300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Erreurs masquées en production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: B et C interrompus alors qu'ils ne nécessitaient AUCUNE modification.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822960"/>
            <a:ext cx="411480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Copie par Pipeline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12344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: Même modification du PG Logging pour Pipeline 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92040" y="1874520"/>
            <a:ext cx="3840480" cy="530352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92040" y="1874520"/>
            <a:ext cx="64008" cy="5303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18928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0" y="21488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Arrêté, modifié, redémarré ✓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2532888"/>
            <a:ext cx="3840480" cy="530352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92040" y="2532888"/>
            <a:ext cx="64008" cy="5303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25511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0" y="28072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normalement ✓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2040" y="3191256"/>
            <a:ext cx="3840480" cy="530352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892040" y="3191256"/>
            <a:ext cx="64008" cy="530352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9" name="Text 37"/>
          <p:cNvSpPr/>
          <p:nvPr/>
        </p:nvSpPr>
        <p:spPr>
          <a:xfrm>
            <a:off x="5029200" y="320954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0" y="34655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normalement ✓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92040" y="3931920"/>
            <a:ext cx="3840480" cy="64008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37760" y="39776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chirurgical — zéro impact sur les autres pipelines.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|  Isolation des Pannes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393192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PG Partagé — Blast Radius Maximum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2070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Groovy défaillant dans le PG Validation partagé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475488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737360"/>
            <a:ext cx="64008" cy="47548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556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 — Commandes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34640" y="1801368"/>
            <a:ext cx="109728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180136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BLOQUÉ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31720"/>
            <a:ext cx="3749040" cy="475488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331720"/>
            <a:ext cx="64008" cy="47548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50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 — Facturation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34640" y="2395728"/>
            <a:ext cx="109728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23957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BLOQUÉ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3749040" cy="475488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926080"/>
            <a:ext cx="64008" cy="47548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9443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 — Reporting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34640" y="2990088"/>
            <a:ext cx="109728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3" name="Text 21"/>
          <p:cNvSpPr/>
          <p:nvPr/>
        </p:nvSpPr>
        <p:spPr>
          <a:xfrm>
            <a:off x="2834640" y="299008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BLOQUÉ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657600"/>
            <a:ext cx="3749040" cy="82296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composant défaillant → 3 systèmes métier tombés simultanément. Incident critique en production.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822960"/>
            <a:ext cx="411480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Copie par Pipeline — Blast Radius Isolé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12070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script Groovy défaillant dans le PG Validation du Pipeline A seulement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1810512"/>
            <a:ext cx="3840480" cy="475488"/>
          </a:xfrm>
          <a:prstGeom prst="rect">
            <a:avLst/>
          </a:prstGeom>
          <a:solidFill>
            <a:srgbClr val="FFFAF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92040" y="1810512"/>
            <a:ext cx="64008" cy="475488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18288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 — Commandes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98080" y="1874520"/>
            <a:ext cx="1097280" cy="320040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1874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2404872"/>
            <a:ext cx="3840480" cy="475488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892040" y="2404872"/>
            <a:ext cx="64008" cy="475488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0" y="24231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 — Facturation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2468880"/>
            <a:ext cx="109728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9" name="Text 37"/>
          <p:cNvSpPr/>
          <p:nvPr/>
        </p:nvSpPr>
        <p:spPr>
          <a:xfrm>
            <a:off x="7498080" y="2468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92040" y="2999232"/>
            <a:ext cx="3840480" cy="475488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92040" y="2999232"/>
            <a:ext cx="64008" cy="475488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0" y="3017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 — Reporting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498080" y="3063240"/>
            <a:ext cx="109728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4" name="Text 42"/>
          <p:cNvSpPr/>
          <p:nvPr/>
        </p:nvSpPr>
        <p:spPr>
          <a:xfrm>
            <a:off x="74980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892040" y="3657600"/>
            <a:ext cx="3840480" cy="82296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93776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pipeline impacté, 2 systèmes critiques continuent. Correction sereine sans pression.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|  Scalabilité Indépendante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" y="804672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: Pipeline A reçoit 10× plus de données pendant une campagne marketing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80160"/>
            <a:ext cx="393192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PG Partagé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absorber la charge : augmenter les threads du PG Enrichissement partagé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04288"/>
            <a:ext cx="3749040" cy="41148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304288"/>
            <a:ext cx="64008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3408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 : 5 → 20 threads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3749040" cy="41148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41148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7121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 : 5 → 20 (inutile) threads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364992"/>
            <a:ext cx="3749040" cy="41148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364992"/>
            <a:ext cx="64008" cy="41148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40156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 : 5 → 20 (inutile) threads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97764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Saturation du serveur NiFi pour B et C inutilement. Ressources gaspillées.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128016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1280160"/>
            <a:ext cx="411480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Copie par Pipeline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1691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Augmenter les threads uniquement dans le PG Enrichissement de Pipeline 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2304288"/>
            <a:ext cx="3840480" cy="411480"/>
          </a:xfrm>
          <a:prstGeom prst="rect">
            <a:avLst/>
          </a:prstGeom>
          <a:solidFill>
            <a:srgbClr val="EBF8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2304288"/>
            <a:ext cx="64008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234086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 : 5 → 20 threads ✓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92040" y="2834640"/>
            <a:ext cx="3840480" cy="41148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92040" y="2834640"/>
            <a:ext cx="64008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287121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 : 5 threads (inchangé) ✓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92040" y="3364992"/>
            <a:ext cx="3840480" cy="411480"/>
          </a:xfrm>
          <a:prstGeom prst="rect">
            <a:avLst/>
          </a:prstGeom>
          <a:solidFill>
            <a:srgbClr val="F0FF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92040" y="3364992"/>
            <a:ext cx="64008" cy="41148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340156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 : 5 threads (inchangé) 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977640"/>
            <a:ext cx="38404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absorbée proprement. Aucune ressource gaspillée sur B et C.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|  Mise à Jour de la Logique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393192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PG Partagé — Avantage unique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corrigé dans le PG Erreurs partagé 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seule modification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 pipelines bénéficient immédiatement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Zéro action supplémentaire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82296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Copie par Pipeline — Gérable avec Registry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2344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bug corrigé dans la version canonique Registry 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16002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Correction en v1.3 dans NiFi Registry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 × "Change Version" → v1.3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Chaque mise à jour : contrôlée, testable, réversible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71800"/>
            <a:ext cx="8595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971800"/>
            <a:ext cx="8595360" cy="3200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9718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NiFi Registry — Bonnes Pratiques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3401568"/>
            <a:ext cx="2011680" cy="1097280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188720" y="3355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703320"/>
            <a:ext cx="2011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canonique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Common_GestionErreurs_v1.3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3401568"/>
            <a:ext cx="2011680" cy="109728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337560" y="3355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33756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560320" y="3703320"/>
            <a:ext cx="2011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Version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 → v1.3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401568"/>
            <a:ext cx="2011680" cy="1097280"/>
          </a:xfrm>
          <a:prstGeom prst="rect">
            <a:avLst/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0" y="3355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09160" y="3703320"/>
            <a:ext cx="2011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Version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 → v1.3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58000" y="3401568"/>
            <a:ext cx="2011680" cy="1097280"/>
          </a:xfrm>
          <a:prstGeom prst="rect">
            <a:avLst/>
          </a:prstGeom>
          <a:solidFill>
            <a:srgbClr val="6B46C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35240" y="335584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58000" y="3703320"/>
            <a:ext cx="2011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Version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 → v1.3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Comparatif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41148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77240"/>
            <a:ext cx="27432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777240"/>
            <a:ext cx="256032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Partagé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5000" y="777240"/>
            <a:ext cx="310896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par Pipeline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261872"/>
            <a:ext cx="85953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3075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Lisibilité du Canvas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1307592"/>
            <a:ext cx="2514600" cy="41148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1307592"/>
            <a:ext cx="2423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Toile d'araignée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0" y="1307592"/>
            <a:ext cx="3154680" cy="41148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14" name="Text 12"/>
          <p:cNvSpPr/>
          <p:nvPr/>
        </p:nvSpPr>
        <p:spPr>
          <a:xfrm>
            <a:off x="5715000" y="1307592"/>
            <a:ext cx="30632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Propre et isolé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1828800"/>
            <a:ext cx="8595360" cy="5029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874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Débogage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08960" y="1874520"/>
            <a:ext cx="2514600" cy="41148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3154680" y="1874520"/>
            <a:ext cx="2423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Très difficile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1874520"/>
            <a:ext cx="3154680" cy="41148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874520"/>
            <a:ext cx="30632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Rapide et ciblé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395728"/>
            <a:ext cx="85953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4414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108960" y="2441448"/>
            <a:ext cx="2514600" cy="41148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24" name="Text 22"/>
          <p:cNvSpPr/>
          <p:nvPr/>
        </p:nvSpPr>
        <p:spPr>
          <a:xfrm>
            <a:off x="3154680" y="2441448"/>
            <a:ext cx="2423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Risqué (impact global)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0" y="2441448"/>
            <a:ext cx="3154680" cy="41148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2441448"/>
            <a:ext cx="30632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Sûr (impact isolé)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962656"/>
            <a:ext cx="8595360" cy="5029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00837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des pannes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08960" y="3008376"/>
            <a:ext cx="2514600" cy="41148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30" name="Text 28"/>
          <p:cNvSpPr/>
          <p:nvPr/>
        </p:nvSpPr>
        <p:spPr>
          <a:xfrm>
            <a:off x="3154680" y="3008376"/>
            <a:ext cx="2423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Blast radius global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0" y="3008376"/>
            <a:ext cx="3154680" cy="41148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32" name="Text 30"/>
          <p:cNvSpPr/>
          <p:nvPr/>
        </p:nvSpPr>
        <p:spPr>
          <a:xfrm>
            <a:off x="5715000" y="3008376"/>
            <a:ext cx="30632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Limité au pipeline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529584"/>
            <a:ext cx="85953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57530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108960" y="3575304"/>
            <a:ext cx="2514600" cy="41148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36" name="Text 34"/>
          <p:cNvSpPr/>
          <p:nvPr/>
        </p:nvSpPr>
        <p:spPr>
          <a:xfrm>
            <a:off x="3154680" y="3575304"/>
            <a:ext cx="2423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Impossible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0" y="3575304"/>
            <a:ext cx="3154680" cy="41148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38" name="Text 36"/>
          <p:cNvSpPr/>
          <p:nvPr/>
        </p:nvSpPr>
        <p:spPr>
          <a:xfrm>
            <a:off x="5715000" y="3575304"/>
            <a:ext cx="30632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Par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4096512"/>
            <a:ext cx="8595360" cy="5029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1422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logique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108960" y="4142232"/>
            <a:ext cx="2514600" cy="41148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42" name="Text 40"/>
          <p:cNvSpPr/>
          <p:nvPr/>
        </p:nvSpPr>
        <p:spPr>
          <a:xfrm>
            <a:off x="3154680" y="4142232"/>
            <a:ext cx="2423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Une seule fois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0" y="4142232"/>
            <a:ext cx="3154680" cy="411480"/>
          </a:xfrm>
          <a:prstGeom prst="rect">
            <a:avLst/>
          </a:prstGeom>
          <a:solidFill>
            <a:srgbClr val="FFFAF0"/>
          </a:solidFill>
          <a:ln/>
        </p:spPr>
      </p:sp>
      <p:sp>
        <p:nvSpPr>
          <p:cNvPr id="44" name="Text 42"/>
          <p:cNvSpPr/>
          <p:nvPr/>
        </p:nvSpPr>
        <p:spPr>
          <a:xfrm>
            <a:off x="5715000" y="4142232"/>
            <a:ext cx="30632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Via NiFi Registry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4663440"/>
            <a:ext cx="26517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 :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108960" y="4663440"/>
            <a:ext cx="251460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1/6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669280" y="4663440"/>
            <a:ext cx="315468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  🏆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dupliquée par pipeline — avec discipline NiFi Registry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023360" cy="1280160"/>
          </a:xfrm>
          <a:prstGeom prst="rect">
            <a:avLst/>
          </a:prstGeom>
          <a:solidFill>
            <a:srgbClr val="065A82">
              <a:alpha val="3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371600"/>
            <a:ext cx="64008" cy="12801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463040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481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 Registry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84708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Versionner la version canonique de chaque PG commun. Toute modification passe par Registry avant d'être propagée aux pipelines.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4023360" cy="1280160"/>
          </a:xfrm>
          <a:prstGeom prst="rect">
            <a:avLst/>
          </a:prstGeom>
          <a:solidFill>
            <a:srgbClr val="065A82">
              <a:alpha val="3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834640"/>
            <a:ext cx="64008" cy="12801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2926080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29443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Nommage clair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31012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des noms explicites : Common_GestionErreurs_v1.3, Common_Logging_v2.1. Toujours savoir quelle version tourne dans chaque pipeline.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371600"/>
            <a:ext cx="4023360" cy="1280160"/>
          </a:xfrm>
          <a:prstGeom prst="rect">
            <a:avLst/>
          </a:prstGeom>
          <a:solidFill>
            <a:srgbClr val="065A82">
              <a:alpha val="3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371600"/>
            <a:ext cx="64008" cy="12801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1463040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94960" y="1481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compacts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37760" y="184708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Garder les PG communs petits et focalisés. 2-3 processeurs max. Plus ils sont grands, plus la duplication devient coûteuse.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023360" cy="1280160"/>
          </a:xfrm>
          <a:prstGeom prst="rect">
            <a:avLst/>
          </a:prstGeom>
          <a:solidFill>
            <a:srgbClr val="065A82">
              <a:alpha val="3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834640"/>
            <a:ext cx="64008" cy="12801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Shape 24"/>
          <p:cNvSpPr/>
          <p:nvPr/>
        </p:nvSpPr>
        <p:spPr>
          <a:xfrm>
            <a:off x="4892040" y="2926080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94960" y="29443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Contextes de Paramètres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1012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Externaliser les différences de configuration entre pipelines. Structure identique, valeurs différentes par contexte.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L'isolation vaut toujours le coût de la duplication en production.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Exposer les PG Communs en API 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384048"/>
          </a:xfrm>
          <a:prstGeom prst="rect">
            <a:avLst/>
          </a:prstGeom>
          <a:solidFill>
            <a:srgbClr val="DD6B2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04672"/>
            <a:ext cx="64008" cy="384048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L'idée : transformer chaque PG commun en "service" appelé via HTTP par les pipelines (style microservices)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298448"/>
            <a:ext cx="85953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298448"/>
            <a:ext cx="8595360" cy="3200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129844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L'idée en théorie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755648"/>
            <a:ext cx="1645920" cy="301752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175564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03120" y="1901952"/>
            <a:ext cx="1371600" cy="0"/>
          </a:xfrm>
          <a:prstGeom prst="line">
            <a:avLst/>
          </a:prstGeom>
          <a:noFill/>
          <a:ln w="25400">
            <a:solidFill>
              <a:srgbClr val="DD6B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21408" y="175564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167128"/>
            <a:ext cx="1645920" cy="301752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216712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03120" y="2313432"/>
            <a:ext cx="1371600" cy="0"/>
          </a:xfrm>
          <a:prstGeom prst="line">
            <a:avLst/>
          </a:prstGeom>
          <a:noFill/>
          <a:ln w="25400">
            <a:solidFill>
              <a:srgbClr val="DD6B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216712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578608"/>
            <a:ext cx="1645920" cy="301752"/>
          </a:xfrm>
          <a:prstGeom prst="rect">
            <a:avLst/>
          </a:prstGeom>
          <a:solidFill>
            <a:srgbClr val="6B46C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257860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03120" y="2724912"/>
            <a:ext cx="1371600" cy="0"/>
          </a:xfrm>
          <a:prstGeom prst="line">
            <a:avLst/>
          </a:prstGeom>
          <a:noFill/>
          <a:ln w="25400">
            <a:solidFill>
              <a:srgbClr val="DD6B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21408" y="257860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520440" y="1719072"/>
            <a:ext cx="2560320" cy="123444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520440" y="1719072"/>
            <a:ext cx="2560320" cy="292608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5" name="Text 23"/>
          <p:cNvSpPr/>
          <p:nvPr/>
        </p:nvSpPr>
        <p:spPr>
          <a:xfrm>
            <a:off x="3538728" y="1719072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Commun (API)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38728" y="2029968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ListenHTTP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Enrichissement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Erreurs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80760" y="1901952"/>
            <a:ext cx="1097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6099048" y="1755648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80760" y="2313432"/>
            <a:ext cx="1097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6099048" y="2167128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80760" y="2724912"/>
            <a:ext cx="1097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6099048" y="2578608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178040" y="1755648"/>
            <a:ext cx="1554480" cy="301752"/>
          </a:xfrm>
          <a:prstGeom prst="rect">
            <a:avLst/>
          </a:prstGeom>
          <a:solidFill>
            <a:srgbClr val="065A82">
              <a:alpha val="4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178040" y="175564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 ▶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78040" y="2167128"/>
            <a:ext cx="1554480" cy="301752"/>
          </a:xfrm>
          <a:prstGeom prst="rect">
            <a:avLst/>
          </a:prstGeom>
          <a:solidFill>
            <a:srgbClr val="028090">
              <a:alpha val="4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178040" y="21671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 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178040" y="2578608"/>
            <a:ext cx="1554480" cy="301752"/>
          </a:xfrm>
          <a:prstGeom prst="rect">
            <a:avLst/>
          </a:prstGeom>
          <a:solidFill>
            <a:srgbClr val="6B46C1">
              <a:alpha val="4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178040" y="257860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 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74320" y="3520440"/>
            <a:ext cx="859536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41" name="Text 39"/>
          <p:cNvSpPr/>
          <p:nvPr/>
        </p:nvSpPr>
        <p:spPr>
          <a:xfrm>
            <a:off x="320040" y="352044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Verdict : Mauvaise idée dans NiFi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8862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 est un moteur de flux asynchrone — pas un serveur d'API synchrone. Cette approche réintroduit exactement les mêmes problèmes que le PG partagé, en ajoutant une latence réseau inutile et une complexité supplémentaire.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Raisons de ne pas exposer les PG en API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64008" cy="73152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" name="Shape 5"/>
          <p:cNvSpPr/>
          <p:nvPr/>
        </p:nvSpPr>
        <p:spPr>
          <a:xfrm>
            <a:off x="384048" y="960120"/>
            <a:ext cx="402336" cy="402336"/>
          </a:xfrm>
          <a:prstGeom prst="ellipse">
            <a:avLst/>
          </a:prstGeom>
          <a:solidFill>
            <a:srgbClr val="E53E3E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8595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 est asynchrone, pas synchrone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152144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ListenHTTP reçoit des données mais le traitement est asynchrone. Gérer un vrai pattern requête/réponse synchrone est artificiel et fragile.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655064"/>
            <a:ext cx="85953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655064"/>
            <a:ext cx="64008" cy="731520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" y="1810512"/>
            <a:ext cx="402336" cy="402336"/>
          </a:xfrm>
          <a:prstGeom prst="ellipse">
            <a:avLst/>
          </a:prstGeom>
          <a:solidFill>
            <a:srgbClr val="DD6B20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17099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Mêmes problèmes que le PG partagé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00253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point de défaillance, back-pressure partagé, déploiement risqué. Tu réintroduis exactement ce que tu voulais éviter.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505456"/>
            <a:ext cx="85953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505456"/>
            <a:ext cx="64008" cy="7315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9" name="Shape 17"/>
          <p:cNvSpPr/>
          <p:nvPr/>
        </p:nvSpPr>
        <p:spPr>
          <a:xfrm>
            <a:off x="384048" y="2660904"/>
            <a:ext cx="402336" cy="402336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" y="2660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2560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réseau inutile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852928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appel HTTP ajoute sérialisation + connexion + timeout entre composants du MÊME processus NiFi. Coût réseau pour rien.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3355848"/>
            <a:ext cx="85953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355848"/>
            <a:ext cx="64008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5" name="Shape 23"/>
          <p:cNvSpPr/>
          <p:nvPr/>
        </p:nvSpPr>
        <p:spPr>
          <a:xfrm>
            <a:off x="384048" y="3511296"/>
            <a:ext cx="402336" cy="40233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34107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explosive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3703320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Timeouts, erreurs réseau, authentification, versioning d'API interne... Tous les problèmes des microservices distribués dans un outil pas fait pour ça.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206240"/>
            <a:ext cx="85953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4206240"/>
            <a:ext cx="64008" cy="7315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1" name="Shape 29"/>
          <p:cNvSpPr/>
          <p:nvPr/>
        </p:nvSpPr>
        <p:spPr>
          <a:xfrm>
            <a:off x="384048" y="4361688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0"/>
          <p:cNvSpPr/>
          <p:nvPr/>
        </p:nvSpPr>
        <p:spPr>
          <a:xfrm>
            <a:off x="384048" y="4361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" y="42611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de traçabilité des FlowFiles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4553712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NiFi, tu traces les FlowFiles visuellement. Dès que tu passes par HTTP, le FlowFile disparaît d'un côté et réapparaît de l'autre — sans lien visible.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l'API est Légitime dans NiFi 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859536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0467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Le seul cas légitime : exposer NiFi vers l'EXTÉRIEUR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280160" cy="594360"/>
          </a:xfrm>
          <a:prstGeom prst="rect">
            <a:avLst/>
          </a:prstGeom>
          <a:solidFill>
            <a:srgbClr val="8B5CF6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2344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737360" y="1527048"/>
            <a:ext cx="365760" cy="0"/>
          </a:xfrm>
          <a:prstGeom prst="line">
            <a:avLst/>
          </a:prstGeom>
          <a:noFill/>
          <a:ln w="25400">
            <a:solidFill>
              <a:srgbClr val="38A1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20240" y="1234440"/>
            <a:ext cx="1280160" cy="594360"/>
          </a:xfrm>
          <a:prstGeom prst="rect">
            <a:avLst/>
          </a:prstGeom>
          <a:solidFill>
            <a:srgbClr val="DD6B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920240" y="12344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tierce B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527048"/>
            <a:ext cx="365760" cy="0"/>
          </a:xfrm>
          <a:prstGeom prst="line">
            <a:avLst/>
          </a:prstGeom>
          <a:noFill/>
          <a:ln w="25400">
            <a:solidFill>
              <a:srgbClr val="38A1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1234440"/>
            <a:ext cx="1280160" cy="594360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12344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1527048"/>
            <a:ext cx="365760" cy="0"/>
          </a:xfrm>
          <a:prstGeom prst="line">
            <a:avLst/>
          </a:prstGeom>
          <a:noFill/>
          <a:ln w="25400">
            <a:solidFill>
              <a:srgbClr val="38A1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3898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527048"/>
            <a:ext cx="731520" cy="0"/>
          </a:xfrm>
          <a:prstGeom prst="line">
            <a:avLst/>
          </a:prstGeom>
          <a:noFill/>
          <a:ln w="254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40680" y="1170432"/>
            <a:ext cx="2011680" cy="731520"/>
          </a:xfrm>
          <a:prstGeom prst="rect">
            <a:avLst/>
          </a:prstGeom>
          <a:solidFill>
            <a:srgbClr val="021B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40680" y="117043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ListenHTTP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52360" y="1527048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01000" y="1170432"/>
            <a:ext cx="777240" cy="73152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01000" y="1170432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19019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Systèmes externes qui ne sont pas NiFi → tout à fait normal et recommandé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063240"/>
            <a:ext cx="8595360" cy="1828800"/>
          </a:xfrm>
          <a:prstGeom prst="rect">
            <a:avLst/>
          </a:prstGeom>
          <a:solidFill>
            <a:srgbClr val="021B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3063240"/>
            <a:ext cx="64008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32004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97280" y="312724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d'or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97280" y="3520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PG commun est si complexe que le dupliquer te fait peur,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qu'il faut le refactoriser — pas l'exposer en API.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187952"/>
            <a:ext cx="8321040" cy="548640"/>
          </a:xfrm>
          <a:prstGeom prst="rect">
            <a:avLst/>
          </a:prstGeom>
          <a:solidFill>
            <a:srgbClr val="065A82">
              <a:alpha val="3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2062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PG commun trop complexe à dupliquer = signal d'alarme → le découper en processeurs plus petits et focalisés.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NiFi est Fondamentalement Asynchrone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8595360" cy="3200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0467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FlowFile — Unité de base de NiFi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FlowFile est une unité de données qui voyage à travers les processeurs.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n'attend pas de réponse. Il entre dans un processeur, est traité, repart vers le suivant.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un modèle "fire and forget" — je t'envoie la donnée, je n'attends pas de confirmation.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0" y="960120"/>
            <a:ext cx="3017520" cy="109728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69280" y="960120"/>
            <a:ext cx="64008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5806440" y="987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06440" y="128016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Contenu (données)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Attributs (métadonnées)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 de mécanisme de retour natif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331720"/>
            <a:ext cx="859536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331720"/>
            <a:ext cx="8595360" cy="3200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23317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réellement dans NiFi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1463040" cy="658368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" y="27889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2788920"/>
            <a:ext cx="1463040" cy="658368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148840" y="27889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Processeur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788920"/>
            <a:ext cx="1463040" cy="658368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89120" y="27889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Processeur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29400" y="2788920"/>
            <a:ext cx="1463040" cy="658368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29400" y="27889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Processeur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920240" y="3118104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48840" y="2944368"/>
            <a:ext cx="502920" cy="347472"/>
          </a:xfrm>
          <a:prstGeom prst="rect">
            <a:avLst/>
          </a:prstGeom>
          <a:solidFill>
            <a:srgbClr val="D69E2E">
              <a:alpha val="7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148840" y="294436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651760" y="3118104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60520" y="3118104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89120" y="2944368"/>
            <a:ext cx="502920" cy="347472"/>
          </a:xfrm>
          <a:prstGeom prst="rect">
            <a:avLst/>
          </a:prstGeom>
          <a:solidFill>
            <a:srgbClr val="D69E2E">
              <a:alpha val="7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389120" y="294436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92040" y="3118104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3118104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29400" y="2944368"/>
            <a:ext cx="502920" cy="347472"/>
          </a:xfrm>
          <a:prstGeom prst="rect">
            <a:avLst/>
          </a:prstGeom>
          <a:solidFill>
            <a:srgbClr val="D69E2E">
              <a:alpha val="7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294436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132320" y="3118104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74520" y="333756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114800" y="333756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355080" y="333756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65760" y="367588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processeur tourne dans son propre thread, à son propre rythme. Les files d'attente absorbent les écarts de vitesse entre processeurs.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4315968"/>
            <a:ext cx="8412480" cy="256032"/>
          </a:xfrm>
          <a:prstGeom prst="rect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3251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Back-pressure : si Processeur B est saturé → la file grossit → Processeur A ralentit automatiquement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Synchrone vs Asynchrone — La Différence Fondamentale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931920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393192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046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Synchrone — API REST classique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3566160" cy="347472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2344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envoie requête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attend...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38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attend...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2128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attend...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578608"/>
            <a:ext cx="3566160" cy="347472"/>
          </a:xfrm>
          <a:prstGeom prst="rect">
            <a:avLst/>
          </a:prstGeom>
          <a:solidFill>
            <a:srgbClr val="38A169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5786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reçoit réponse 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3566160" cy="658368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63240"/>
            <a:ext cx="64008" cy="658368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0906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se passe dans le même fil d'exécution. Le client est BLOQUÉ jusqu'à la fin du traitement.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794760"/>
            <a:ext cx="356616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: Guichet de banque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attend debout jusqu'à ce que toute l'opération soit terminée.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804672"/>
            <a:ext cx="4114800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804672"/>
            <a:ext cx="411480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8046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Asynchrone — NiFi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12070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Processeur 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1481328"/>
            <a:ext cx="3749040" cy="347472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14813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Dépose FlowFile dans la file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18745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continue IMMÉDIATEMENT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2148840"/>
            <a:ext cx="3749040" cy="347472"/>
          </a:xfrm>
          <a:prstGeom prst="rect">
            <a:avLst/>
          </a:prstGeom>
          <a:solidFill>
            <a:srgbClr val="065A82">
              <a:alpha val="4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46320" y="2148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 d'autres FlowFiles...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Processeur B (indépendant)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880360"/>
            <a:ext cx="3749040" cy="347472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28803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 le FlowFile quand il est prêt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32735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Aucun lien de retour entre A et B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: Tapis roulant d'usine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poste travaille à son rythme. La boîte avance sans que le poste précédent n'attende.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ListenHTTP ne résout pas le problème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8595360" cy="320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0467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Ce qui se passe réellement avec ListenHTTP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1554480" cy="658368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2344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HTTP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 requête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65960" y="1563624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31720" y="1234440"/>
            <a:ext cx="1828800" cy="658368"/>
          </a:xfrm>
          <a:prstGeom prst="rect">
            <a:avLst/>
          </a:prstGeom>
          <a:solidFill>
            <a:srgbClr val="DD6B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331720" y="1234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ListenHTTP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 HTTP 200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60520" y="1563624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234440"/>
            <a:ext cx="1645920" cy="658368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12344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FlowFile créé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la file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1563624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37960" y="1234440"/>
            <a:ext cx="1645920" cy="658368"/>
          </a:xfrm>
          <a:prstGeom prst="rect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37960" y="12344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asynchrone...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993392"/>
            <a:ext cx="8321040" cy="41148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11480" y="1993392"/>
            <a:ext cx="64008" cy="41148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02082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200 = "j'ai bien REÇU ta donnée" — pas "j'ai TRAITÉ avec succès". Le client ne saura jamais si le traitement a réussi ou échoué.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468880"/>
            <a:ext cx="8321040" cy="384048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4871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simuler une vraie réponse synchrone : HandleHttpRequest / HandleHttpResponse + identifiant de corrélation → extrêmement complexe, fragile, et contraire à la philosophie NiFi.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3127248"/>
            <a:ext cx="8595360" cy="18105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127248"/>
            <a:ext cx="8595360" cy="320040"/>
          </a:xfrm>
          <a:prstGeom prst="rect">
            <a:avLst/>
          </a:prstGeom>
          <a:solidFill>
            <a:srgbClr val="021B3A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312724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Comparatif Final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" y="3447288"/>
            <a:ext cx="2926080" cy="292608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0" y="3447288"/>
            <a:ext cx="2651760" cy="292608"/>
          </a:xfrm>
          <a:prstGeom prst="rect">
            <a:avLst/>
          </a:prstGeom>
          <a:solidFill>
            <a:srgbClr val="E53E3E">
              <a:alpha val="2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852160" y="3447288"/>
            <a:ext cx="2971800" cy="292608"/>
          </a:xfrm>
          <a:prstGeom prst="rect">
            <a:avLst/>
          </a:prstGeom>
          <a:solidFill>
            <a:srgbClr val="38A169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3447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18688" y="3447288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Synchrone (API REST)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70448" y="344728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Asynchrone (NiFi)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739896"/>
            <a:ext cx="85496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320040" y="37398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producteur attend-il ?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18688" y="373989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Oui, bloqué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870448" y="3739896"/>
            <a:ext cx="2935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Non, continue immédiatement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4014216"/>
            <a:ext cx="8549640" cy="256032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" y="40142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succès immédiate ?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218688" y="40142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Oui, dans la réponse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870448" y="4014216"/>
            <a:ext cx="2935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Non, ultérieure ou jamais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288536"/>
            <a:ext cx="85496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" y="4288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 au débit massif ?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18688" y="428853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Limité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870448" y="4288536"/>
            <a:ext cx="2935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Natif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562856"/>
            <a:ext cx="8549640" cy="256032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6" name="Text 44"/>
          <p:cNvSpPr/>
          <p:nvPr/>
        </p:nvSpPr>
        <p:spPr>
          <a:xfrm>
            <a:off x="320040" y="45628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 au request/response ?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18688" y="456285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Natif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870448" y="4562856"/>
            <a:ext cx="2935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Artificiel et fragile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Apache NiFi - Architecture des Process Groups</dc:title>
  <dc:subject>PptxGenJS Presentation</dc:subject>
  <dc:creator>PptxGenJS</dc:creator>
  <cp:lastModifiedBy>PptxGenJS</cp:lastModifiedBy>
  <cp:revision>1</cp:revision>
  <dcterms:created xsi:type="dcterms:W3CDTF">2026-04-28T14:12:17Z</dcterms:created>
  <dcterms:modified xsi:type="dcterms:W3CDTF">2026-04-28T14:12:17Z</dcterms:modified>
</cp:coreProperties>
</file>