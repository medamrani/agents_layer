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182880"/>
            <a:ext cx="2743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FFFFFF">
                    <a:alpha val="6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5393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5486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Exposée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E5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20574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Copie Dupliquée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11480" y="31089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l'un masque le problème et l'autre l'élimine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46634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NiFi — Architecture des Process Groups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Problème Fondamental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685800"/>
          </a:xfrm>
          <a:prstGeom prst="rect">
            <a:avLst/>
          </a:prstGeom>
          <a:solidFill>
            <a:srgbClr val="1C1C2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896112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n'est pas le HTTP. Le problème c'est que les FlowFiles de plusieurs pipelines se retrouvent dans le même espace d'exécution.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719072"/>
            <a:ext cx="39776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719072"/>
            <a:ext cx="3977640" cy="347472"/>
          </a:xfrm>
          <a:prstGeom prst="rect">
            <a:avLst/>
          </a:prstGeom>
          <a:solidFill>
            <a:srgbClr val="E5393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71907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API Exposée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542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8895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194560"/>
            <a:ext cx="1005840" cy="228600"/>
          </a:xfrm>
          <a:prstGeom prst="rect">
            <a:avLst/>
          </a:prstGeom>
          <a:solidFill>
            <a:srgbClr val="E5393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508760" y="2304288"/>
            <a:ext cx="64008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21762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──HTTP──▶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542032"/>
            <a:ext cx="1005840" cy="228600"/>
          </a:xfrm>
          <a:prstGeom prst="rect">
            <a:avLst/>
          </a:prstGeom>
          <a:solidFill>
            <a:srgbClr val="E5393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508760" y="2651760"/>
            <a:ext cx="64008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25237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──HTTP──▶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2920" y="2889504"/>
            <a:ext cx="1005840" cy="228600"/>
          </a:xfrm>
          <a:prstGeom prst="rect">
            <a:avLst/>
          </a:prstGeom>
          <a:solidFill>
            <a:srgbClr val="E5393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508760" y="2999232"/>
            <a:ext cx="64008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08760" y="28712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──HTTP──▶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194560" y="2121408"/>
            <a:ext cx="1828800" cy="1097280"/>
          </a:xfrm>
          <a:prstGeom prst="rect">
            <a:avLst/>
          </a:prstGeom>
          <a:solidFill>
            <a:srgbClr val="FADBD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194560" y="2121408"/>
            <a:ext cx="1828800" cy="256032"/>
          </a:xfrm>
          <a:prstGeom prst="rect">
            <a:avLst/>
          </a:prstGeom>
          <a:solidFill>
            <a:srgbClr val="E5393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212848" y="212140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Commun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12848" y="2423160"/>
            <a:ext cx="17922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d'attente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+ B + C mélangés)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329184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FlowFiles de A, B et C se battent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mêmes threads du pool global.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719072"/>
            <a:ext cx="41148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719072"/>
            <a:ext cx="4114800" cy="347472"/>
          </a:xfrm>
          <a:prstGeom prst="rect">
            <a:avLst/>
          </a:prstGeom>
          <a:solidFill>
            <a:srgbClr val="1A7F5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00600" y="17190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Copie Dupliquée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00600" y="2176272"/>
            <a:ext cx="1005840" cy="292608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00600" y="21762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806440" y="2322576"/>
            <a:ext cx="27432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176272"/>
            <a:ext cx="2514600" cy="292608"/>
          </a:xfrm>
          <a:prstGeom prst="rect">
            <a:avLst/>
          </a:prstGeom>
          <a:solidFill>
            <a:srgbClr val="D5F5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2176272"/>
            <a:ext cx="45720" cy="292608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172200" y="21762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[Copie PG] — file locale isolée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00600" y="2651760"/>
            <a:ext cx="1005840" cy="292608"/>
          </a:xfrm>
          <a:prstGeom prst="rect">
            <a:avLst/>
          </a:prstGeom>
          <a:solidFill>
            <a:srgbClr val="117A6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00600" y="26517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806440" y="2798064"/>
            <a:ext cx="27432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80760" y="2651760"/>
            <a:ext cx="2514600" cy="292608"/>
          </a:xfrm>
          <a:prstGeom prst="rect">
            <a:avLst/>
          </a:prstGeom>
          <a:solidFill>
            <a:srgbClr val="D5F5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80760" y="2651760"/>
            <a:ext cx="45720" cy="292608"/>
          </a:xfrm>
          <a:prstGeom prst="rect">
            <a:avLst/>
          </a:prstGeom>
          <a:solidFill>
            <a:srgbClr val="117A6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172200" y="26517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[Copie PG] — file locale isolée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00600" y="3127248"/>
            <a:ext cx="1005840" cy="292608"/>
          </a:xfrm>
          <a:prstGeom prst="rect">
            <a:avLst/>
          </a:prstGeom>
          <a:solidFill>
            <a:srgbClr val="512E5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00600" y="31272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806440" y="3273552"/>
            <a:ext cx="27432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80760" y="3127248"/>
            <a:ext cx="2514600" cy="292608"/>
          </a:xfrm>
          <a:prstGeom prst="rect">
            <a:avLst/>
          </a:prstGeom>
          <a:solidFill>
            <a:srgbClr val="D5F5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80760" y="3127248"/>
            <a:ext cx="45720" cy="292608"/>
          </a:xfrm>
          <a:prstGeom prst="rect">
            <a:avLst/>
          </a:prstGeom>
          <a:solidFill>
            <a:srgbClr val="512E5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172200" y="31272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[Copie PG] — file locale isolée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00600" y="356616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pipeline a son propre espace d'exécution.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interaction entre les FlowFiles de A, B et C.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L'API ne règle rien — elle déplace le problème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: le PG commun exposé en API est surchargé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3977640" cy="2999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61872"/>
            <a:ext cx="3977640" cy="320040"/>
          </a:xfrm>
          <a:prstGeom prst="rect">
            <a:avLst/>
          </a:prstGeom>
          <a:solidFill>
            <a:srgbClr val="E5393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6187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Avec l'API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3749040" cy="402336"/>
          </a:xfrm>
          <a:prstGeom prst="rect">
            <a:avLst/>
          </a:prstGeom>
          <a:solidFill>
            <a:srgbClr val="FADBD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719072"/>
            <a:ext cx="45720" cy="402336"/>
          </a:xfrm>
          <a:prstGeom prst="rect">
            <a:avLst/>
          </a:prstGeom>
          <a:solidFill>
            <a:srgbClr val="E5393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7373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 envoie → HTTP timeout 30s → erreur réseau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221992"/>
            <a:ext cx="3749040" cy="402336"/>
          </a:xfrm>
          <a:prstGeom prst="rect">
            <a:avLst/>
          </a:prstGeom>
          <a:solidFill>
            <a:srgbClr val="FADBD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221992"/>
            <a:ext cx="45720" cy="402336"/>
          </a:xfrm>
          <a:prstGeom prst="rect">
            <a:avLst/>
          </a:prstGeom>
          <a:solidFill>
            <a:srgbClr val="E5393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2402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 envoie → HTTP timeout 30s → erreur réseau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724912"/>
            <a:ext cx="3749040" cy="402336"/>
          </a:xfrm>
          <a:prstGeom prst="rect">
            <a:avLst/>
          </a:prstGeom>
          <a:solidFill>
            <a:srgbClr val="FADBD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724912"/>
            <a:ext cx="45720" cy="402336"/>
          </a:xfrm>
          <a:prstGeom prst="rect">
            <a:avLst/>
          </a:prstGeom>
          <a:solidFill>
            <a:srgbClr val="E5393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27432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 envoie → HTTP timeout 30s → erreur réseau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2552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problèmes à gérer manuellement 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5204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Retries HTTP entre composants internes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7490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Gestion de timeouts dans le même JVM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9776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Connexions perdues entre processeurs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261872"/>
            <a:ext cx="4114800" cy="2999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261872"/>
            <a:ext cx="4114800" cy="320040"/>
          </a:xfrm>
          <a:prstGeom prst="rect">
            <a:avLst/>
          </a:prstGeom>
          <a:solidFill>
            <a:srgbClr val="1A7F5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12618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Avec la copie dupliquée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1719072"/>
            <a:ext cx="3886200" cy="566928"/>
          </a:xfrm>
          <a:prstGeom prst="rect">
            <a:avLst/>
          </a:prstGeom>
          <a:solidFill>
            <a:srgbClr val="FAE5D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1719072"/>
            <a:ext cx="45720" cy="566928"/>
          </a:xfrm>
          <a:prstGeom prst="rect">
            <a:avLst/>
          </a:prstGeom>
          <a:solidFill>
            <a:srgbClr val="CA6F1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19472" y="173736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 — copie PG surchargée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19472" y="201168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back-pressure → source A ralentit automatiquement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00600" y="2404872"/>
            <a:ext cx="3886200" cy="566928"/>
          </a:xfrm>
          <a:prstGeom prst="rect">
            <a:avLst/>
          </a:prstGeom>
          <a:solidFill>
            <a:srgbClr val="D5F5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2404872"/>
            <a:ext cx="45720" cy="566928"/>
          </a:xfrm>
          <a:prstGeom prst="rect">
            <a:avLst/>
          </a:prstGeom>
          <a:solidFill>
            <a:srgbClr val="1A7F5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19472" y="242316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 — copie PG normale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19472" y="269748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normalement ✓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00600" y="3090672"/>
            <a:ext cx="3886200" cy="566928"/>
          </a:xfrm>
          <a:prstGeom prst="rect">
            <a:avLst/>
          </a:prstGeom>
          <a:solidFill>
            <a:srgbClr val="D5F5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090672"/>
            <a:ext cx="45720" cy="566928"/>
          </a:xfrm>
          <a:prstGeom prst="rect">
            <a:avLst/>
          </a:prstGeom>
          <a:solidFill>
            <a:srgbClr val="1A7F5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19472" y="310896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 — copie PG normale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19472" y="338328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normalement 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00600" y="3822192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NiFi gère le back-pressure nativement et automatiquement.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timeout, pas d'erreur réseau, pas de retry à coder.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315968"/>
            <a:ext cx="8412480" cy="475488"/>
          </a:xfrm>
          <a:prstGeom prst="rect">
            <a:avLst/>
          </a:prstGeom>
          <a:solidFill>
            <a:srgbClr val="1C1C2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" y="433425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exactement le comportement pour lequel NiFi a été conçu — une file qui grossit et une source qui ralentit.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de Vérité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329184"/>
          </a:xfrm>
          <a:prstGeom prst="rect">
            <a:avLst/>
          </a:prstGeom>
          <a:solidFill>
            <a:srgbClr val="1C1C2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75488" y="8412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se passe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39312" y="8412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Exposée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55080" y="84124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Dupliquée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07008"/>
            <a:ext cx="8412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120700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FlowFiles de A et B dans le même espace 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11880" y="1261872"/>
            <a:ext cx="2697480" cy="365760"/>
          </a:xfrm>
          <a:prstGeom prst="rect">
            <a:avLst/>
          </a:prstGeom>
          <a:solidFill>
            <a:srgbClr val="FADBD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120700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Oui — même file d'attente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27648" y="1261872"/>
            <a:ext cx="2359152" cy="365760"/>
          </a:xfrm>
          <a:prstGeom prst="rect">
            <a:avLst/>
          </a:prstGeom>
          <a:solidFill>
            <a:srgbClr val="D5F5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73368" y="120700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Non — totalement séparés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737360"/>
            <a:ext cx="8412480" cy="475488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" y="173736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partagés entre pipelines 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11880" y="1792224"/>
            <a:ext cx="2697480" cy="365760"/>
          </a:xfrm>
          <a:prstGeom prst="rect">
            <a:avLst/>
          </a:prstGeom>
          <a:solidFill>
            <a:srgbClr val="FADBD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0" y="173736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Oui — pool global épuisé ensemble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27648" y="1792224"/>
            <a:ext cx="2359152" cy="365760"/>
          </a:xfrm>
          <a:prstGeom prst="rect">
            <a:avLst/>
          </a:prstGeom>
          <a:solidFill>
            <a:srgbClr val="D5F5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73368" y="17373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Non — enveloppe par pipeline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267712"/>
            <a:ext cx="8412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" y="226771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Surcharge de A impacte B 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11880" y="2322576"/>
            <a:ext cx="2697480" cy="365760"/>
          </a:xfrm>
          <a:prstGeom prst="rect">
            <a:avLst/>
          </a:prstGeom>
          <a:solidFill>
            <a:srgbClr val="FADBD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0" y="226771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Oui — même PG, même queue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27648" y="2322576"/>
            <a:ext cx="2359152" cy="365760"/>
          </a:xfrm>
          <a:prstGeom prst="rect">
            <a:avLst/>
          </a:prstGeom>
          <a:solidFill>
            <a:srgbClr val="D5F5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73368" y="226771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Non — copies indépendantes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798064"/>
            <a:ext cx="8412480" cy="475488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" y="279806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erreurs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11880" y="2852928"/>
            <a:ext cx="2697480" cy="365760"/>
          </a:xfrm>
          <a:prstGeom prst="rect">
            <a:avLst/>
          </a:prstGeom>
          <a:solidFill>
            <a:srgbClr val="FADBD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0" y="2798064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Timeouts HTTP manuels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27648" y="2852928"/>
            <a:ext cx="2359152" cy="365760"/>
          </a:xfrm>
          <a:prstGeom prst="rect">
            <a:avLst/>
          </a:prstGeom>
          <a:solidFill>
            <a:srgbClr val="D5F5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73368" y="279806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Back-pressure natif auto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3328416"/>
            <a:ext cx="8412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" y="332841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canvas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11880" y="3383280"/>
            <a:ext cx="2697480" cy="365760"/>
          </a:xfrm>
          <a:prstGeom prst="rect">
            <a:avLst/>
          </a:prstGeom>
          <a:solidFill>
            <a:srgbClr val="FADBD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657600" y="332841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FlowFile disparaît / réapparaît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27648" y="3383280"/>
            <a:ext cx="2359152" cy="365760"/>
          </a:xfrm>
          <a:prstGeom prst="rect">
            <a:avLst/>
          </a:prstGeom>
          <a:solidFill>
            <a:srgbClr val="D5F5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73368" y="332841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Tracé de bout en bout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3858768"/>
            <a:ext cx="8412480" cy="475488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5488" y="385876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11880" y="3913632"/>
            <a:ext cx="2697480" cy="365760"/>
          </a:xfrm>
          <a:prstGeom prst="rect">
            <a:avLst/>
          </a:prstGeom>
          <a:solidFill>
            <a:srgbClr val="FADBD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657600" y="385876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Arrêt impacte tous les pipelines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327648" y="3913632"/>
            <a:ext cx="2359152" cy="365760"/>
          </a:xfrm>
          <a:prstGeom prst="rect">
            <a:avLst/>
          </a:prstGeom>
          <a:solidFill>
            <a:srgbClr val="D5F5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373368" y="38587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Arrêt isolé au pipeline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Métaphore qui résume tout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397764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68680"/>
            <a:ext cx="3977640" cy="411480"/>
          </a:xfrm>
          <a:prstGeom prst="rect">
            <a:avLst/>
          </a:prstGeom>
          <a:solidFill>
            <a:srgbClr val="E5393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868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L'API Exposée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38988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221284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guichet de poste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tout un quartier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un système de tickets numérotés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faire croire que c'est organisé.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2461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guichet reste unique.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queue reste commune.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reste entier.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411480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868680"/>
            <a:ext cx="4114800" cy="411480"/>
          </a:xfrm>
          <a:prstGeom prst="rect">
            <a:avLst/>
          </a:prstGeom>
          <a:solidFill>
            <a:srgbClr val="1A7F5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28032" y="868680"/>
            <a:ext cx="3913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La Copie Dupliquée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138988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🏘️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4800600" y="221284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guichet dédié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chaque immeuble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743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immeuble gère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propre queue, son propre rythme.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32461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guichet de A est débordé,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résidents de B ne le savent même pas.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1C1C2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45720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 masque le partage derrière une couche réseau.  La copie dupliquée élimine le partage.  Ce n'est pas la même chose.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5393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une phrase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L'API ne fait que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16276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5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masquer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24048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partage derrière une couche réseau.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3090672"/>
            <a:ext cx="274320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2461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BBB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copie dupliquée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11480" y="38404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élimine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389120" y="3977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partage.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2026-04-29T11:45:27Z</dcterms:created>
  <dcterms:modified xsi:type="dcterms:W3CDTF">2026-04-29T11:45:27Z</dcterms:modified>
</cp:coreProperties>
</file>